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1aa8da75-4993-ae5c-cf4a-bc37c8eb1bee}">
          <p14:sldIdLst>
            <p14:sldId id="256"/>
            <p14:sldId id="257"/>
          </p14:sldIdLst>
        </p14:section>
        <p14:section name="생각 열기" id="{05cdf151-71be-d42c-d817-9b856b5ba54e}">
          <p14:sldIdLst>
            <p14:sldId id="258"/>
            <p14:sldId id="259"/>
          </p14:sldIdLst>
        </p14:section>
        <p14:section name="세 개의 눈" id="{fc7658c3-db1f-3109-7ab8-bc3ce4118cd7}">
          <p14:sldIdLst>
            <p14:sldId id="260"/>
            <p14:sldId id="261"/>
            <p14:sldId id="262"/>
            <p14:sldId id="263"/>
          </p14:sldIdLst>
        </p14:section>
        <p14:section name="훈민정음" id="{6189cd36-5e17-da67-de65-c614ad97fa68}">
          <p14:sldIdLst>
            <p14:sldId id="264"/>
            <p14:sldId id="265"/>
            <p14:sldId id="266"/>
            <p14:sldId id="267"/>
            <p14:sldId id="268"/>
            <p14:sldId id="269"/>
          </p14:sldIdLst>
        </p14:section>
        <p14:section name="오늘의 한글" id="{dd8f81cc-d010-0757-a56c-042dd2129f60}">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큰 질문을 칠판에 적어 두고 수업 끝에 다시 돌아옵니다.
영상 제작 교육뮤지컬 꿈꾸는 치수쌤, 작곡 김아름. 영상은 역사에 상상을 더한 창작물이므로 기록(사실)과 상상을 구분해 안내합니다.
오른쪽 동그라미·가로 막대·세로 막대는 모음의 바탕인 하늘(ㆍ)·땅(ㅡ)·사람(ㅣ)을 나타낸 장식입니다.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80분(2차시) 기준: 1차시 0~1, 2차시 2~3. 40분일 때는 영상 구간 1:36~10:56만 보고 활동지 1·3을 중심으로 운영합니다.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짝과 1분씩 이야기합니다. 글을 모르는 사람의 능력이나 가치를 낮추는 표현은 피합니다. "말"은 있었지만 그 말을 적을 "우리 글자"가 없었다는 점을 짚습니다(말과 문자 구분).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영상 전체 재생: https://www.youtube.com/watch?v=oeGxp_PZBuI
PPT에는 영상 파일이 들어 있지 않으므로 인터넷이 필요합니다.
세종과 훈민정음은 실제 역사이고, SNS·상소TV·챌린지는 오늘의 모습을 빌려 온 상상입니다. 받아쓰기보다 인물의 마음에 집중하도록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사료 C는 『세종실록』 113권(세종 28년 9월 기사)에 실린 어제(임금이 지은 글)입니다. 원문 발췌 "而終不得伸其情者多矣"는 끝내 자기 뜻을 펴지 못하는 사람이 많다는 뜻입니다. 쉬운 풀이는 수업용 재서술입니다.
영상의 세금 사건은 창작 장면입니다.
https://sillok.history.go.kr/id/kda_12809029_004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사료 B: 『세종실록』 103권, 세종 26년 2월 20일(음력). 최만리와 일부 신하들의 상소이며 집현전 전체가 반대한 것은 아닙니다. 실제 상소에는 더 많은 논점이 있으나 두 가지로 줄였습니다.
세종의 답은 원문에서 반문 형식이며, 슬라이드 문장은 요지를 풀어 쓴 것입니다.
반대한 사람을 "나쁜 사람"으로 단순화하지 않고, 주장의 근거와 놓친 사람의 입장을 묻습니다.
https://sillok.history.go.kr/id/kda_12602020_001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챌린지는 오늘의 미디어 모습을 빌려 온 창작 설정이며 실제 보급 과정이 아닙니다. 새 글자가 생겼다고 모든 백성이 곧바로 읽고 쓰게 된 것은 아닙니다.
사료 E: 국립한글박물관 상설 전시 해설(오늘날 기관의 해설, 1차 사료 아님).
https://www.hangeul.go.kr/exhi/dailyExhibition.do?curr_menu_cd=0102010000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사료 A: 『세종실록』 102권, 세종 25년 12월 기사. 본문은 "是月, 上親制諺文二十八字"(이달에 임금이 직접 언문 28자를 만들었다). DB 편목 날짜(12월 30일)를 정확한 창제일로 단정하지 않습니다.
사료 D: 국가유산청 국가유산포털의 훈민정음 해례본 해설. 세종의 문자 창제와 학자들의 해설·용례 편찬을 구분합니다.
https://sillok.history.go.kr/id/kda_12512030_002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사료 A(1443년 기사)에 초성·중성·종성으로 나누고 이를 합한 뒤에야 글자를 이룬다는 설명이 있습니다. 28자는 초성 17자와 중성 11자이며, 오늘날 쓰지 않는 4자(ㆍ, ㅿ, ㆁ, ㆆ)를 빼면 24자입니다.
활동: 자기 이름 첫 글자를 첫소리·가운뎃소리·끝소리로 나눠 말해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『훈민정음』 해례본 제자해의 설명입니다(사료 D 관련). 초성 기본자 ㄱ·ㄴ·ㅁ·ㅅ·ㅇ은 발음 기관을 본떴고, 소리가 세지면 획을 더했습니다. 중성 기본자 ㆍ·ㅡ·ㅣ는 하늘·땅·사람을 본떴고 이를 합해 다른 모음을 만들었습니다.
표지의 동그라미·가로 막대·세로 막대 장식이 바로 이 하늘·땅·사람입니다.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실록 날짜는 음력입니다. 1443년 기사는 "이달에"라고만 적어 정확한 창제일을 알 수 없습니다. 1446년 9월 기사의 DB 편목 날짜(9월 29일)도 정확한 반포일로 단정하지 않습니다.
한글날은 해례본 정인지 서문의 "정통 11년 9월 상순"을 양력으로 환산한 10월 9일입니다.
영상의 장면 순서와 실제 역사 순서가 같은지 물어봅니다.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 방향: ① 사실(A). ② 상소는 사실(B), 유튜브 생방송은 상상. ③ 한글이 퍼진 것은 사실(E), 챌린지라는 방법은 상상.
문장 전체를 하나로 분류하기보다 부분을 나누어 보게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한글을 칭찬하는 낱말을 나열하기보다 자신의 구체적인 경험(읽기, 쓰기, 마음 전하기)을 쓰게 합니다. 맞춤법만으로 평가하지 않고, 경험이 드러나는지와 읽는 사람을 생각했는지 살핍니다.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배움 출구표로 활용합니다. 첫 슬라이드의 큰 질문에 다시 답해 봅니다. 모범 답을 강요하지 않고 이유를 듣습니다.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https://sillok.history.go.kr/id/kda_12512030_002
B https://sillok.history.go.kr/id/kda_12602020_001
C https://sillok.history.go.kr/id/kda_12809029_004
D https://www.heritage.go.kr/heri/html/HtmlPage.do?pageNo=1_1_2_0&amp;pg=%2Funesco%2FMemHeritage%2FMemHeritage_01.jsp
E https://www.hangeul.go.kr/exhi/dailyExhibition.do?curr_menu_cd=0102010000
사료 제공: 국사편찬위원회 · 국역: 세종대왕기념사업회. 자료 확인 2026-10-07.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100" dirty="0">
                <a:solidFill>
                  <a:schemeClr val="bg2"/>
                </a:solidFill>
              </a:rPr>
              <a:t>세 개의 눈으로 만나는 한글</a:t>
            </a:r>
            <a:endParaRPr lang="en-US" sz="1100" dirty="0"/>
          </a:p>
        </p:txBody>
      </p:sp>
      <p:sp>
        <p:nvSpPr>
          <p:cNvPr id="3" name="Text 1"/>
          <p:cNvSpPr/>
          <p:nvPr>
            <p:ph idx="101" type="title" hasCustomPrompt="1"/>
          </p:nvPr>
        </p:nvSpPr>
        <p:spPr>
          <a:xfrm>
            <a:off x="822960" y="2011680"/>
            <a:ext cx="7498080" cy="2011680"/>
          </a:xfrm>
          <a:prstGeom prst="rect">
            <a:avLst/>
          </a:prstGeom>
          <a:noFill/>
          <a:ln/>
        </p:spPr>
        <p:txBody>
          <a:bodyPr wrap="square" rtlCol="0"/>
          <a:lstStyle>
            <a:lvl1pPr algn="l" indent="0" marL="0">
              <a:lnSpc>
                <a:spcPct val="105000"/>
              </a:lnSpc>
              <a:buNone/>
              <a:defRPr lang="en-US" sz="5200" b="1" dirty="0">
                <a:solidFill>
                  <a:schemeClr val="bg1"/>
                </a:solidFill>
              </a:defRPr>
            </a:lvl1pPr>
          </a:lstStyle>
          <a:p>
            <a:pPr algn="l" indent="0" marL="0">
              <a:lnSpc>
                <a:spcPct val="105000"/>
              </a:lnSpc>
              <a:buNone/>
            </a:pPr>
            <a:endParaRPr lang="en-US" sz="5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100" dirty="0">
                <a:solidFill>
                  <a:schemeClr val="tx2"/>
                </a:solidFill>
              </a:rPr>
              <a:t>세 개의 눈으로 만나는 한글</a:t>
            </a:r>
            <a:endParaRPr lang="en-US" sz="1100" dirty="0"/>
          </a:p>
        </p:txBody>
      </p:sp>
      <p:sp>
        <p:nvSpPr>
          <p:cNvPr id="3" name="Text 1"/>
          <p:cNvSpPr/>
          <p:nvPr>
            <p:ph idx="101" type="title" hasCustomPrompt="1"/>
          </p:nvPr>
        </p:nvSpPr>
        <p:spPr>
          <a:xfrm>
            <a:off x="640080" y="868680"/>
            <a:ext cx="10881360" cy="82296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youtube.com/watch?v=oeGxp_PZBuI" TargetMode="External"/><Relationship Id="rId2" Type="http://schemas.openxmlformats.org/officeDocument/2006/relationships/hyperlink" Target="https://www.youtube.com/watch?v=oeGxp_PZBuI" TargetMode="External"/><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youtube.com/watch?v=oeGxp_PZBuI&amp;t=96s" TargetMode="Externa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youtube.com/watch?v=oeGxp_PZBuI&amp;t=302s" TargetMode="Externa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youtube.com/watch?v=oeGxp_PZBuI&amp;t=525s" TargetMode="Externa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ill"/>
          <p:cNvSpPr/>
          <p:nvPr/>
        </p:nvSpPr>
        <p:spPr>
          <a:xfrm>
            <a:off x="822960" y="1188720"/>
            <a:ext cx="1828800" cy="457200"/>
          </a:xfrm>
          <a:prstGeom prst="roundRect">
            <a:avLst>
              <a:gd name="adj" fmla="val 50000"/>
            </a:avLst>
          </a:prstGeom>
          <a:solidFill>
            <a:schemeClr val="accent3"/>
          </a:solidFill>
          <a:ln/>
        </p:spPr>
      </p:sp>
      <p:sp>
        <p:nvSpPr>
          <p:cNvPr id="3" name="Text 1"/>
          <p:cNvSpPr/>
          <p:nvPr/>
        </p:nvSpPr>
        <p:spPr>
          <a:xfrm>
            <a:off x="822960" y="1188720"/>
            <a:ext cx="1828800" cy="457200"/>
          </a:xfrm>
          <a:prstGeom prst="rect">
            <a:avLst/>
          </a:prstGeom>
          <a:noFill/>
          <a:ln/>
        </p:spPr>
        <p:txBody>
          <a:bodyPr wrap="square" lIns="0" tIns="0" rIns="0" bIns="0" rtlCol="0" anchor="ctr"/>
          <a:lstStyle/>
          <a:p>
            <a:pPr algn="ctr" indent="0" marL="0">
              <a:buNone/>
            </a:pPr>
            <a:r>
              <a:rPr lang="en-US" sz="1600" b="1" dirty="0">
                <a:solidFill>
                  <a:schemeClr val="tx1"/>
                </a:solidFill>
              </a:rPr>
              <a:t>한글날 수업</a:t>
            </a:r>
            <a:endParaRPr lang="en-US" sz="1600" dirty="0"/>
          </a:p>
        </p:txBody>
      </p:sp>
      <p:sp>
        <p:nvSpPr>
          <p:cNvPr id="4" name="Text 1"/>
          <p:cNvSpPr/>
          <p:nvPr>
            <p:ph idx="101" type="title" hasCustomPrompt="1"/>
          </p:nvPr>
        </p:nvSpPr>
        <p:spPr>
          <a:xfrm>
            <a:off x="822960" y="2011680"/>
            <a:ext cx="7498080" cy="2011680"/>
          </a:xfrm>
          <a:prstGeom prst="rect">
            <a:avLst/>
          </a:prstGeom>
          <a:noFill/>
          <a:ln/>
        </p:spPr>
        <p:txBody>
          <a:bodyPr wrap="square" lIns="0" tIns="0" rIns="0" bIns="0" rtlCol="0" anchor="t"/>
          <a:lstStyle/>
          <a:p>
            <a:pPr algn="l" indent="0" marL="0">
              <a:lnSpc>
                <a:spcPct val="105000"/>
              </a:lnSpc>
              <a:buNone/>
            </a:pPr>
            <a:r>
              <a:rPr lang="en-US" sz="5200" b="1" dirty="0">
                <a:solidFill>
                  <a:schemeClr val="bg1"/>
                </a:solidFill>
              </a:rPr>
              <a:t>세 개의 눈으로</a:t>
            </a:r>
            <a:endParaRPr lang="en-US" sz="5200" dirty="0"/>
          </a:p>
          <a:p>
            <a:pPr algn="l" indent="0" marL="0">
              <a:lnSpc>
                <a:spcPct val="105000"/>
              </a:lnSpc>
              <a:buNone/>
            </a:pPr>
            <a:r>
              <a:rPr lang="en-US" sz="5200" b="1" dirty="0">
                <a:solidFill>
                  <a:schemeClr val="bg1"/>
                </a:solidFill>
              </a:rPr>
              <a:t>만나는 한글</a:t>
            </a:r>
            <a:endParaRPr lang="en-US" sz="5200" dirty="0"/>
          </a:p>
        </p:txBody>
      </p:sp>
      <p:sp>
        <p:nvSpPr>
          <p:cNvPr id="5" name="Text 3"/>
          <p:cNvSpPr/>
          <p:nvPr/>
        </p:nvSpPr>
        <p:spPr>
          <a:xfrm>
            <a:off x="822960" y="4069080"/>
            <a:ext cx="7315200" cy="457200"/>
          </a:xfrm>
          <a:prstGeom prst="rect">
            <a:avLst/>
          </a:prstGeom>
          <a:noFill/>
          <a:ln/>
        </p:spPr>
        <p:txBody>
          <a:bodyPr wrap="square" lIns="0" tIns="0" rIns="0" bIns="0" rtlCol="0" anchor="t"/>
          <a:lstStyle/>
          <a:p>
            <a:pPr indent="0" marL="0">
              <a:buNone/>
            </a:pPr>
            <a:r>
              <a:rPr lang="en-US" sz="2200" dirty="0">
                <a:solidFill>
                  <a:schemeClr val="bg2"/>
                </a:solidFill>
              </a:rPr>
              <a:t>뮤지컬 그림책 〈새로운 문자 : 세 개의 눈〉</a:t>
            </a:r>
            <a:endParaRPr lang="en-US" sz="2200" dirty="0"/>
          </a:p>
        </p:txBody>
      </p:sp>
      <p:sp>
        <p:nvSpPr>
          <p:cNvPr id="6" name="Text 4"/>
          <p:cNvSpPr/>
          <p:nvPr/>
        </p:nvSpPr>
        <p:spPr>
          <a:xfrm>
            <a:off x="822960" y="4800600"/>
            <a:ext cx="7315200" cy="548640"/>
          </a:xfrm>
          <a:prstGeom prst="rect">
            <a:avLst/>
          </a:prstGeom>
          <a:noFill/>
          <a:ln/>
        </p:spPr>
        <p:txBody>
          <a:bodyPr wrap="square" lIns="0" tIns="0" rIns="0" bIns="0" rtlCol="0" anchor="t"/>
          <a:lstStyle/>
          <a:p>
            <a:pPr indent="0" marL="0">
              <a:buNone/>
            </a:pPr>
            <a:r>
              <a:rPr lang="en-US" sz="2600" b="1" dirty="0">
                <a:solidFill>
                  <a:schemeClr val="accent3"/>
                </a:solidFill>
              </a:rPr>
              <a:t>한글은 누구를 위해 만들어졌을까요?</a:t>
            </a:r>
            <a:endParaRPr lang="en-US" sz="2600" dirty="0"/>
          </a:p>
        </p:txBody>
      </p:sp>
      <p:sp>
        <p:nvSpPr>
          <p:cNvPr id="7" name="deco-sky"/>
          <p:cNvSpPr/>
          <p:nvPr/>
        </p:nvSpPr>
        <p:spPr>
          <a:xfrm>
            <a:off x="8732520" y="822960"/>
            <a:ext cx="1920240" cy="1920240"/>
          </a:xfrm>
          <a:prstGeom prst="ellipse">
            <a:avLst/>
          </a:prstGeom>
          <a:solidFill>
            <a:schemeClr val="accent3"/>
          </a:solidFill>
          <a:ln/>
        </p:spPr>
      </p:sp>
      <p:sp>
        <p:nvSpPr>
          <p:cNvPr id="8" name="deco-earth"/>
          <p:cNvSpPr/>
          <p:nvPr/>
        </p:nvSpPr>
        <p:spPr>
          <a:xfrm>
            <a:off x="8046720" y="3977640"/>
            <a:ext cx="3566160" cy="640080"/>
          </a:xfrm>
          <a:prstGeom prst="roundRect">
            <a:avLst>
              <a:gd name="adj" fmla="val 50000"/>
            </a:avLst>
          </a:prstGeom>
          <a:solidFill>
            <a:schemeClr val="accent2"/>
          </a:solidFill>
          <a:ln/>
        </p:spPr>
      </p:sp>
      <p:sp>
        <p:nvSpPr>
          <p:cNvPr id="9" name="deco-person"/>
          <p:cNvSpPr/>
          <p:nvPr/>
        </p:nvSpPr>
        <p:spPr>
          <a:xfrm>
            <a:off x="10972800" y="1463040"/>
            <a:ext cx="640080" cy="2240280"/>
          </a:xfrm>
          <a:prstGeom prst="roundRect">
            <a:avLst>
              <a:gd name="adj" fmla="val 50000"/>
            </a:avLst>
          </a:prstGeom>
          <a:solidFill>
            <a:schemeClr val="accent1"/>
          </a:solidFill>
          <a:ln/>
        </p:spPr>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mark-dot"/>
          <p:cNvSpPr/>
          <p:nvPr/>
        </p:nvSpPr>
        <p:spPr>
          <a:xfrm>
            <a:off x="640080" y="471830"/>
            <a:ext cx="175565" cy="175565"/>
          </a:xfrm>
          <a:prstGeom prst="ellipse">
            <a:avLst/>
          </a:prstGeom>
          <a:solidFill>
            <a:schemeClr val="accent2"/>
          </a:solidFill>
          <a:ln/>
        </p:spPr>
      </p:sp>
      <p:sp>
        <p:nvSpPr>
          <p:cNvPr id="3" name="mark-bar"/>
          <p:cNvSpPr/>
          <p:nvPr/>
        </p:nvSpPr>
        <p:spPr>
          <a:xfrm>
            <a:off x="874166" y="515722"/>
            <a:ext cx="365760" cy="87782"/>
          </a:xfrm>
          <a:prstGeom prst="roundRect">
            <a:avLst>
              <a:gd name="adj" fmla="val 50000"/>
            </a:avLst>
          </a:prstGeom>
          <a:solidFill>
            <a:schemeClr val="accent3"/>
          </a:solidFill>
          <a:ln/>
        </p:spPr>
      </p:sp>
      <p:sp>
        <p:nvSpPr>
          <p:cNvPr id="4" name="mark-stem"/>
          <p:cNvSpPr/>
          <p:nvPr/>
        </p:nvSpPr>
        <p:spPr>
          <a:xfrm>
            <a:off x="1298448" y="384048"/>
            <a:ext cx="87782" cy="351130"/>
          </a:xfrm>
          <a:prstGeom prst="roundRect">
            <a:avLst>
              <a:gd name="adj" fmla="val 50000"/>
            </a:avLst>
          </a:prstGeom>
          <a:solidFill>
            <a:schemeClr val="accent1"/>
          </a:solidFill>
          <a:ln/>
        </p:spPr>
      </p:sp>
      <p:sp>
        <p:nvSpPr>
          <p:cNvPr id="5" name="eyebrow-pill"/>
          <p:cNvSpPr/>
          <p:nvPr/>
        </p:nvSpPr>
        <p:spPr>
          <a:xfrm>
            <a:off x="1508760" y="384048"/>
            <a:ext cx="1316736" cy="384048"/>
          </a:xfrm>
          <a:prstGeom prst="roundRect">
            <a:avLst>
              <a:gd name="adj" fmla="val 50000"/>
            </a:avLst>
          </a:prstGeom>
          <a:solidFill>
            <a:schemeClr val="accent3"/>
          </a:solidFill>
          <a:ln/>
        </p:spPr>
      </p:sp>
      <p:sp>
        <p:nvSpPr>
          <p:cNvPr id="6" name="Text 4"/>
          <p:cNvSpPr/>
          <p:nvPr/>
        </p:nvSpPr>
        <p:spPr>
          <a:xfrm>
            <a:off x="1508760" y="384048"/>
            <a:ext cx="1316736" cy="384048"/>
          </a:xfrm>
          <a:prstGeom prst="rect">
            <a:avLst/>
          </a:prstGeom>
          <a:noFill/>
          <a:ln/>
        </p:spPr>
        <p:txBody>
          <a:bodyPr wrap="square" lIns="0" tIns="0" rIns="0" bIns="0" rtlCol="0" anchor="ctr"/>
          <a:lstStyle/>
          <a:p>
            <a:pPr algn="ctr" indent="0" marL="0">
              <a:buNone/>
            </a:pPr>
            <a:r>
              <a:rPr lang="en-US" sz="1400" b="1" dirty="0">
                <a:solidFill>
                  <a:schemeClr val="tx1"/>
                </a:solidFill>
              </a:rPr>
              <a:t>오늘의 순서</a:t>
            </a:r>
            <a:endParaRPr lang="en-US" sz="1400" dirty="0"/>
          </a:p>
        </p:txBody>
      </p:sp>
      <p:sp>
        <p:nvSpPr>
          <p:cNvPr id="7" name="Text 1"/>
          <p:cNvSpPr/>
          <p:nvPr>
            <p:ph idx="101" type="title" hasCustomPrompt="1"/>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chemeClr val="tx1"/>
                </a:solidFill>
              </a:rPr>
              <a:t>오늘은 이렇게 공부해요</a:t>
            </a:r>
            <a:endParaRPr lang="en-US" sz="3800" dirty="0"/>
          </a:p>
        </p:txBody>
      </p:sp>
      <p:sp>
        <p:nvSpPr>
          <p:cNvPr id="8" name="card"/>
          <p:cNvSpPr/>
          <p:nvPr/>
        </p:nvSpPr>
        <p:spPr>
          <a:xfrm>
            <a:off x="640080" y="2057400"/>
            <a:ext cx="2560320" cy="3566160"/>
          </a:xfrm>
          <a:prstGeom prst="roundRect">
            <a:avLst>
              <a:gd name="adj" fmla="val 8929"/>
            </a:avLst>
          </a:prstGeom>
          <a:solidFill>
            <a:schemeClr val="bg1"/>
          </a:solidFill>
          <a:ln w="15875">
            <a:solidFill>
              <a:srgbClr val="E4DFD2"/>
            </a:solidFill>
            <a:prstDash val="solid"/>
          </a:ln>
        </p:spPr>
      </p:sp>
      <p:sp>
        <p:nvSpPr>
          <p:cNvPr id="9" name="step"/>
          <p:cNvSpPr/>
          <p:nvPr/>
        </p:nvSpPr>
        <p:spPr>
          <a:xfrm>
            <a:off x="914400" y="2377440"/>
            <a:ext cx="914400" cy="914400"/>
          </a:xfrm>
          <a:prstGeom prst="ellipse">
            <a:avLst/>
          </a:prstGeom>
          <a:solidFill>
            <a:schemeClr val="accent3"/>
          </a:solidFill>
          <a:ln/>
        </p:spPr>
      </p:sp>
      <p:sp>
        <p:nvSpPr>
          <p:cNvPr id="10" name="Text 8"/>
          <p:cNvSpPr/>
          <p:nvPr/>
        </p:nvSpPr>
        <p:spPr>
          <a:xfrm>
            <a:off x="914400" y="2377440"/>
            <a:ext cx="914400" cy="914400"/>
          </a:xfrm>
          <a:prstGeom prst="rect">
            <a:avLst/>
          </a:prstGeom>
          <a:noFill/>
          <a:ln/>
        </p:spPr>
        <p:txBody>
          <a:bodyPr wrap="square" lIns="0" tIns="0" rIns="0" bIns="0" rtlCol="0" anchor="ctr"/>
          <a:lstStyle/>
          <a:p>
            <a:pPr algn="ctr" indent="0" marL="0">
              <a:buNone/>
            </a:pPr>
            <a:r>
              <a:rPr lang="en-US" sz="3200" b="1" dirty="0">
                <a:solidFill>
                  <a:schemeClr val="tx1"/>
                </a:solidFill>
              </a:rPr>
              <a:t>0</a:t>
            </a:r>
            <a:endParaRPr lang="en-US" sz="3200" dirty="0"/>
          </a:p>
        </p:txBody>
      </p:sp>
      <p:sp>
        <p:nvSpPr>
          <p:cNvPr id="11" name="Text 9"/>
          <p:cNvSpPr/>
          <p:nvPr/>
        </p:nvSpPr>
        <p:spPr>
          <a:xfrm>
            <a:off x="914400" y="3611880"/>
            <a:ext cx="2103120" cy="548640"/>
          </a:xfrm>
          <a:prstGeom prst="rect">
            <a:avLst/>
          </a:prstGeom>
          <a:noFill/>
          <a:ln/>
        </p:spPr>
        <p:txBody>
          <a:bodyPr wrap="square" lIns="0" tIns="0" rIns="0" bIns="0" rtlCol="0" anchor="t"/>
          <a:lstStyle/>
          <a:p>
            <a:pPr indent="0" marL="0">
              <a:buNone/>
            </a:pPr>
            <a:r>
              <a:rPr lang="en-US" sz="2600" b="1" dirty="0">
                <a:solidFill>
                  <a:schemeClr val="tx1"/>
                </a:solidFill>
              </a:rPr>
              <a:t>생각 열기</a:t>
            </a:r>
            <a:endParaRPr lang="en-US" sz="2600" dirty="0"/>
          </a:p>
        </p:txBody>
      </p:sp>
      <p:sp>
        <p:nvSpPr>
          <p:cNvPr id="12" name="Text 10"/>
          <p:cNvSpPr/>
          <p:nvPr/>
        </p:nvSpPr>
        <p:spPr>
          <a:xfrm>
            <a:off x="914400" y="4251960"/>
            <a:ext cx="2103120" cy="914400"/>
          </a:xfrm>
          <a:prstGeom prst="rect">
            <a:avLst/>
          </a:prstGeom>
          <a:noFill/>
          <a:ln/>
        </p:spPr>
        <p:txBody>
          <a:bodyPr wrap="square" lIns="0" tIns="0" rIns="0" bIns="0" rtlCol="0" anchor="t"/>
          <a:lstStyle/>
          <a:p>
            <a:pPr indent="0" marL="0">
              <a:buNone/>
            </a:pPr>
            <a:r>
              <a:rPr lang="en-US" sz="1800" dirty="0">
                <a:solidFill>
                  <a:schemeClr val="tx2"/>
                </a:solidFill>
              </a:rPr>
              <a:t>영상 보기</a:t>
            </a:r>
            <a:endParaRPr lang="en-US" sz="1800" dirty="0"/>
          </a:p>
        </p:txBody>
      </p:sp>
      <p:sp>
        <p:nvSpPr>
          <p:cNvPr id="13" name="card"/>
          <p:cNvSpPr/>
          <p:nvPr/>
        </p:nvSpPr>
        <p:spPr>
          <a:xfrm>
            <a:off x="3429000" y="2057400"/>
            <a:ext cx="2560320" cy="3566160"/>
          </a:xfrm>
          <a:prstGeom prst="roundRect">
            <a:avLst>
              <a:gd name="adj" fmla="val 8929"/>
            </a:avLst>
          </a:prstGeom>
          <a:solidFill>
            <a:schemeClr val="bg1"/>
          </a:solidFill>
          <a:ln w="15875">
            <a:solidFill>
              <a:srgbClr val="E4DFD2"/>
            </a:solidFill>
            <a:prstDash val="solid"/>
          </a:ln>
        </p:spPr>
      </p:sp>
      <p:sp>
        <p:nvSpPr>
          <p:cNvPr id="14" name="step"/>
          <p:cNvSpPr/>
          <p:nvPr/>
        </p:nvSpPr>
        <p:spPr>
          <a:xfrm>
            <a:off x="3703320" y="2377440"/>
            <a:ext cx="914400" cy="914400"/>
          </a:xfrm>
          <a:prstGeom prst="ellipse">
            <a:avLst/>
          </a:prstGeom>
          <a:solidFill>
            <a:schemeClr val="accent1"/>
          </a:solidFill>
          <a:ln/>
        </p:spPr>
      </p:sp>
      <p:sp>
        <p:nvSpPr>
          <p:cNvPr id="15" name="Text 13"/>
          <p:cNvSpPr/>
          <p:nvPr/>
        </p:nvSpPr>
        <p:spPr>
          <a:xfrm>
            <a:off x="3703320" y="2377440"/>
            <a:ext cx="914400" cy="914400"/>
          </a:xfrm>
          <a:prstGeom prst="rect">
            <a:avLst/>
          </a:prstGeom>
          <a:noFill/>
          <a:ln/>
        </p:spPr>
        <p:txBody>
          <a:bodyPr wrap="square" lIns="0" tIns="0" rIns="0" bIns="0" rtlCol="0" anchor="ctr"/>
          <a:lstStyle/>
          <a:p>
            <a:pPr algn="ctr" indent="0" marL="0">
              <a:buNone/>
            </a:pPr>
            <a:r>
              <a:rPr lang="en-US" sz="3200" b="1" dirty="0">
                <a:solidFill>
                  <a:schemeClr val="bg1"/>
                </a:solidFill>
              </a:rPr>
              <a:t>1</a:t>
            </a:r>
            <a:endParaRPr lang="en-US" sz="3200" dirty="0"/>
          </a:p>
        </p:txBody>
      </p:sp>
      <p:sp>
        <p:nvSpPr>
          <p:cNvPr id="16" name="Text 14"/>
          <p:cNvSpPr/>
          <p:nvPr/>
        </p:nvSpPr>
        <p:spPr>
          <a:xfrm>
            <a:off x="3703320" y="3611880"/>
            <a:ext cx="2103120" cy="548640"/>
          </a:xfrm>
          <a:prstGeom prst="rect">
            <a:avLst/>
          </a:prstGeom>
          <a:noFill/>
          <a:ln/>
        </p:spPr>
        <p:txBody>
          <a:bodyPr wrap="square" lIns="0" tIns="0" rIns="0" bIns="0" rtlCol="0" anchor="t"/>
          <a:lstStyle/>
          <a:p>
            <a:pPr indent="0" marL="0">
              <a:buNone/>
            </a:pPr>
            <a:r>
              <a:rPr lang="en-US" sz="2600" b="1" dirty="0">
                <a:solidFill>
                  <a:schemeClr val="tx1"/>
                </a:solidFill>
              </a:rPr>
              <a:t>세 개의 눈</a:t>
            </a:r>
            <a:endParaRPr lang="en-US" sz="2600" dirty="0"/>
          </a:p>
        </p:txBody>
      </p:sp>
      <p:sp>
        <p:nvSpPr>
          <p:cNvPr id="17" name="Text 15"/>
          <p:cNvSpPr/>
          <p:nvPr/>
        </p:nvSpPr>
        <p:spPr>
          <a:xfrm>
            <a:off x="3703320" y="4251960"/>
            <a:ext cx="2103120" cy="914400"/>
          </a:xfrm>
          <a:prstGeom prst="rect">
            <a:avLst/>
          </a:prstGeom>
          <a:noFill/>
          <a:ln/>
        </p:spPr>
        <p:txBody>
          <a:bodyPr wrap="square" lIns="0" tIns="0" rIns="0" bIns="0" rtlCol="0" anchor="t"/>
          <a:lstStyle/>
          <a:p>
            <a:pPr indent="0" marL="0">
              <a:buNone/>
            </a:pPr>
            <a:r>
              <a:rPr lang="en-US" sz="1800" dirty="0">
                <a:solidFill>
                  <a:schemeClr val="tx2"/>
                </a:solidFill>
              </a:rPr>
              <a:t>세종 · 신하들 · 아이들</a:t>
            </a:r>
            <a:endParaRPr lang="en-US" sz="1800" dirty="0"/>
          </a:p>
        </p:txBody>
      </p:sp>
      <p:sp>
        <p:nvSpPr>
          <p:cNvPr id="18" name="card"/>
          <p:cNvSpPr/>
          <p:nvPr/>
        </p:nvSpPr>
        <p:spPr>
          <a:xfrm>
            <a:off x="6217920" y="2057400"/>
            <a:ext cx="2560320" cy="3566160"/>
          </a:xfrm>
          <a:prstGeom prst="roundRect">
            <a:avLst>
              <a:gd name="adj" fmla="val 8929"/>
            </a:avLst>
          </a:prstGeom>
          <a:solidFill>
            <a:schemeClr val="bg1"/>
          </a:solidFill>
          <a:ln w="15875">
            <a:solidFill>
              <a:srgbClr val="E4DFD2"/>
            </a:solidFill>
            <a:prstDash val="solid"/>
          </a:ln>
        </p:spPr>
      </p:sp>
      <p:sp>
        <p:nvSpPr>
          <p:cNvPr id="19" name="step"/>
          <p:cNvSpPr/>
          <p:nvPr/>
        </p:nvSpPr>
        <p:spPr>
          <a:xfrm>
            <a:off x="6492240" y="2377440"/>
            <a:ext cx="914400" cy="914400"/>
          </a:xfrm>
          <a:prstGeom prst="ellipse">
            <a:avLst/>
          </a:prstGeom>
          <a:solidFill>
            <a:schemeClr val="accent2"/>
          </a:solidFill>
          <a:ln/>
        </p:spPr>
      </p:sp>
      <p:sp>
        <p:nvSpPr>
          <p:cNvPr id="20" name="Text 18"/>
          <p:cNvSpPr/>
          <p:nvPr/>
        </p:nvSpPr>
        <p:spPr>
          <a:xfrm>
            <a:off x="6492240" y="2377440"/>
            <a:ext cx="914400" cy="914400"/>
          </a:xfrm>
          <a:prstGeom prst="rect">
            <a:avLst/>
          </a:prstGeom>
          <a:noFill/>
          <a:ln/>
        </p:spPr>
        <p:txBody>
          <a:bodyPr wrap="square" lIns="0" tIns="0" rIns="0" bIns="0" rtlCol="0" anchor="ctr"/>
          <a:lstStyle/>
          <a:p>
            <a:pPr algn="ctr" indent="0" marL="0">
              <a:buNone/>
            </a:pPr>
            <a:r>
              <a:rPr lang="en-US" sz="3200" b="1" dirty="0">
                <a:solidFill>
                  <a:schemeClr val="bg1"/>
                </a:solidFill>
              </a:rPr>
              <a:t>2</a:t>
            </a:r>
            <a:endParaRPr lang="en-US" sz="3200" dirty="0"/>
          </a:p>
        </p:txBody>
      </p:sp>
      <p:sp>
        <p:nvSpPr>
          <p:cNvPr id="21" name="Text 19"/>
          <p:cNvSpPr/>
          <p:nvPr/>
        </p:nvSpPr>
        <p:spPr>
          <a:xfrm>
            <a:off x="6492240" y="3611880"/>
            <a:ext cx="2103120" cy="548640"/>
          </a:xfrm>
          <a:prstGeom prst="rect">
            <a:avLst/>
          </a:prstGeom>
          <a:noFill/>
          <a:ln/>
        </p:spPr>
        <p:txBody>
          <a:bodyPr wrap="square" lIns="0" tIns="0" rIns="0" bIns="0" rtlCol="0" anchor="t"/>
          <a:lstStyle/>
          <a:p>
            <a:pPr indent="0" marL="0">
              <a:buNone/>
            </a:pPr>
            <a:r>
              <a:rPr lang="en-US" sz="2600" b="1" dirty="0">
                <a:solidFill>
                  <a:schemeClr val="tx1"/>
                </a:solidFill>
              </a:rPr>
              <a:t>훈민정음</a:t>
            </a:r>
            <a:endParaRPr lang="en-US" sz="2600" dirty="0"/>
          </a:p>
        </p:txBody>
      </p:sp>
      <p:sp>
        <p:nvSpPr>
          <p:cNvPr id="22" name="Text 20"/>
          <p:cNvSpPr/>
          <p:nvPr/>
        </p:nvSpPr>
        <p:spPr>
          <a:xfrm>
            <a:off x="6492240" y="4251960"/>
            <a:ext cx="2103120" cy="914400"/>
          </a:xfrm>
          <a:prstGeom prst="rect">
            <a:avLst/>
          </a:prstGeom>
          <a:noFill/>
          <a:ln/>
        </p:spPr>
        <p:txBody>
          <a:bodyPr wrap="square" lIns="0" tIns="0" rIns="0" bIns="0" rtlCol="0" anchor="t"/>
          <a:lstStyle/>
          <a:p>
            <a:pPr indent="0" marL="0">
              <a:buNone/>
            </a:pPr>
            <a:r>
              <a:rPr lang="en-US" sz="1800" dirty="0">
                <a:solidFill>
                  <a:schemeClr val="tx2"/>
                </a:solidFill>
              </a:rPr>
              <a:t>글자를 만든 원리</a:t>
            </a:r>
            <a:endParaRPr lang="en-US" sz="1800" dirty="0"/>
          </a:p>
        </p:txBody>
      </p:sp>
      <p:sp>
        <p:nvSpPr>
          <p:cNvPr id="23" name="card"/>
          <p:cNvSpPr/>
          <p:nvPr/>
        </p:nvSpPr>
        <p:spPr>
          <a:xfrm>
            <a:off x="9006840" y="2057400"/>
            <a:ext cx="2560320" cy="3566160"/>
          </a:xfrm>
          <a:prstGeom prst="roundRect">
            <a:avLst>
              <a:gd name="adj" fmla="val 8929"/>
            </a:avLst>
          </a:prstGeom>
          <a:solidFill>
            <a:schemeClr val="bg1"/>
          </a:solidFill>
          <a:ln w="15875">
            <a:solidFill>
              <a:srgbClr val="E4DFD2"/>
            </a:solidFill>
            <a:prstDash val="solid"/>
          </a:ln>
        </p:spPr>
      </p:sp>
      <p:sp>
        <p:nvSpPr>
          <p:cNvPr id="24" name="step"/>
          <p:cNvSpPr/>
          <p:nvPr/>
        </p:nvSpPr>
        <p:spPr>
          <a:xfrm>
            <a:off x="9281160" y="2377440"/>
            <a:ext cx="914400" cy="914400"/>
          </a:xfrm>
          <a:prstGeom prst="ellipse">
            <a:avLst/>
          </a:prstGeom>
          <a:solidFill>
            <a:schemeClr val="accent4"/>
          </a:solidFill>
          <a:ln/>
        </p:spPr>
      </p:sp>
      <p:sp>
        <p:nvSpPr>
          <p:cNvPr id="25" name="Text 23"/>
          <p:cNvSpPr/>
          <p:nvPr/>
        </p:nvSpPr>
        <p:spPr>
          <a:xfrm>
            <a:off x="9281160" y="2377440"/>
            <a:ext cx="914400" cy="914400"/>
          </a:xfrm>
          <a:prstGeom prst="rect">
            <a:avLst/>
          </a:prstGeom>
          <a:noFill/>
          <a:ln/>
        </p:spPr>
        <p:txBody>
          <a:bodyPr wrap="square" lIns="0" tIns="0" rIns="0" bIns="0" rtlCol="0" anchor="ctr"/>
          <a:lstStyle/>
          <a:p>
            <a:pPr algn="ctr" indent="0" marL="0">
              <a:buNone/>
            </a:pPr>
            <a:r>
              <a:rPr lang="en-US" sz="3200" b="1" dirty="0">
                <a:solidFill>
                  <a:schemeClr val="bg1"/>
                </a:solidFill>
              </a:rPr>
              <a:t>3</a:t>
            </a:r>
            <a:endParaRPr lang="en-US" sz="3200" dirty="0"/>
          </a:p>
        </p:txBody>
      </p:sp>
      <p:sp>
        <p:nvSpPr>
          <p:cNvPr id="26" name="Text 24"/>
          <p:cNvSpPr/>
          <p:nvPr/>
        </p:nvSpPr>
        <p:spPr>
          <a:xfrm>
            <a:off x="9281160" y="3611880"/>
            <a:ext cx="2103120" cy="548640"/>
          </a:xfrm>
          <a:prstGeom prst="rect">
            <a:avLst/>
          </a:prstGeom>
          <a:noFill/>
          <a:ln/>
        </p:spPr>
        <p:txBody>
          <a:bodyPr wrap="square" lIns="0" tIns="0" rIns="0" bIns="0" rtlCol="0" anchor="t"/>
          <a:lstStyle/>
          <a:p>
            <a:pPr indent="0" marL="0">
              <a:buNone/>
            </a:pPr>
            <a:r>
              <a:rPr lang="en-US" sz="2600" b="1" dirty="0">
                <a:solidFill>
                  <a:schemeClr val="tx1"/>
                </a:solidFill>
              </a:rPr>
              <a:t>오늘의 한글</a:t>
            </a:r>
            <a:endParaRPr lang="en-US" sz="2600" dirty="0"/>
          </a:p>
        </p:txBody>
      </p:sp>
      <p:sp>
        <p:nvSpPr>
          <p:cNvPr id="27" name="Text 25"/>
          <p:cNvSpPr/>
          <p:nvPr/>
        </p:nvSpPr>
        <p:spPr>
          <a:xfrm>
            <a:off x="9281160" y="4251960"/>
            <a:ext cx="2103120" cy="914400"/>
          </a:xfrm>
          <a:prstGeom prst="rect">
            <a:avLst/>
          </a:prstGeom>
          <a:noFill/>
          <a:ln/>
        </p:spPr>
        <p:txBody>
          <a:bodyPr wrap="square" lIns="0" tIns="0" rIns="0" bIns="0" rtlCol="0" anchor="t"/>
          <a:lstStyle/>
          <a:p>
            <a:pPr indent="0" marL="0">
              <a:buNone/>
            </a:pPr>
            <a:r>
              <a:rPr lang="en-US" sz="1800" dirty="0">
                <a:solidFill>
                  <a:schemeClr val="tx2"/>
                </a:solidFill>
              </a:rPr>
              <a:t>세종대왕께 편지</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mark-dot"/>
          <p:cNvSpPr/>
          <p:nvPr/>
        </p:nvSpPr>
        <p:spPr>
          <a:xfrm>
            <a:off x="640080" y="471830"/>
            <a:ext cx="175565" cy="175565"/>
          </a:xfrm>
          <a:prstGeom prst="ellipse">
            <a:avLst/>
          </a:prstGeom>
          <a:solidFill>
            <a:schemeClr val="accent2"/>
          </a:solidFill>
          <a:ln/>
        </p:spPr>
      </p:sp>
      <p:sp>
        <p:nvSpPr>
          <p:cNvPr id="3" name="mark-bar"/>
          <p:cNvSpPr/>
          <p:nvPr/>
        </p:nvSpPr>
        <p:spPr>
          <a:xfrm>
            <a:off x="874166" y="515722"/>
            <a:ext cx="365760" cy="87782"/>
          </a:xfrm>
          <a:prstGeom prst="roundRect">
            <a:avLst>
              <a:gd name="adj" fmla="val 50000"/>
            </a:avLst>
          </a:prstGeom>
          <a:solidFill>
            <a:schemeClr val="accent3"/>
          </a:solidFill>
          <a:ln/>
        </p:spPr>
      </p:sp>
      <p:sp>
        <p:nvSpPr>
          <p:cNvPr id="4" name="mark-stem"/>
          <p:cNvSpPr/>
          <p:nvPr/>
        </p:nvSpPr>
        <p:spPr>
          <a:xfrm>
            <a:off x="1298448" y="384048"/>
            <a:ext cx="87782" cy="351130"/>
          </a:xfrm>
          <a:prstGeom prst="roundRect">
            <a:avLst>
              <a:gd name="adj" fmla="val 50000"/>
            </a:avLst>
          </a:prstGeom>
          <a:solidFill>
            <a:schemeClr val="accent1"/>
          </a:solidFill>
          <a:ln/>
        </p:spPr>
      </p:sp>
      <p:sp>
        <p:nvSpPr>
          <p:cNvPr id="5" name="eyebrow-pill"/>
          <p:cNvSpPr/>
          <p:nvPr/>
        </p:nvSpPr>
        <p:spPr>
          <a:xfrm>
            <a:off x="1508760" y="384048"/>
            <a:ext cx="1490472" cy="384048"/>
          </a:xfrm>
          <a:prstGeom prst="roundRect">
            <a:avLst>
              <a:gd name="adj" fmla="val 50000"/>
            </a:avLst>
          </a:prstGeom>
          <a:solidFill>
            <a:schemeClr val="accent3"/>
          </a:solidFill>
          <a:ln/>
        </p:spPr>
      </p:sp>
      <p:sp>
        <p:nvSpPr>
          <p:cNvPr id="6" name="Text 4"/>
          <p:cNvSpPr/>
          <p:nvPr/>
        </p:nvSpPr>
        <p:spPr>
          <a:xfrm>
            <a:off x="1508760" y="384048"/>
            <a:ext cx="1490472" cy="384048"/>
          </a:xfrm>
          <a:prstGeom prst="rect">
            <a:avLst/>
          </a:prstGeom>
          <a:noFill/>
          <a:ln/>
        </p:spPr>
        <p:txBody>
          <a:bodyPr wrap="square" lIns="0" tIns="0" rIns="0" bIns="0" rtlCol="0" anchor="ctr"/>
          <a:lstStyle/>
          <a:p>
            <a:pPr algn="ctr" indent="0" marL="0">
              <a:buNone/>
            </a:pPr>
            <a:r>
              <a:rPr lang="en-US" sz="1400" b="1" dirty="0">
                <a:solidFill>
                  <a:schemeClr val="tx1"/>
                </a:solidFill>
              </a:rPr>
              <a:t>0 생각 열기</a:t>
            </a:r>
            <a:endParaRPr lang="en-US" sz="1400" dirty="0"/>
          </a:p>
        </p:txBody>
      </p:sp>
      <p:sp>
        <p:nvSpPr>
          <p:cNvPr id="7" name="Text 1"/>
          <p:cNvSpPr/>
          <p:nvPr>
            <p:ph idx="101" type="title" hasCustomPrompt="1"/>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chemeClr val="tx1"/>
                </a:solidFill>
              </a:rPr>
              <a:t>내 뜻을 글로 전할 수 없다면?</a:t>
            </a:r>
            <a:endParaRPr lang="en-US" sz="3800" dirty="0"/>
          </a:p>
        </p:txBody>
      </p:sp>
      <p:sp>
        <p:nvSpPr>
          <p:cNvPr id="8" name="card"/>
          <p:cNvSpPr/>
          <p:nvPr/>
        </p:nvSpPr>
        <p:spPr>
          <a:xfrm>
            <a:off x="640080" y="2057400"/>
            <a:ext cx="6766560" cy="3566160"/>
          </a:xfrm>
          <a:prstGeom prst="roundRect">
            <a:avLst>
              <a:gd name="adj" fmla="val 6410"/>
            </a:avLst>
          </a:prstGeom>
          <a:solidFill>
            <a:schemeClr val="accent3">
              <a:alpha val="25000"/>
            </a:schemeClr>
          </a:solidFill>
          <a:ln/>
        </p:spPr>
      </p:sp>
      <p:sp>
        <p:nvSpPr>
          <p:cNvPr id="9" name="Text 7"/>
          <p:cNvSpPr/>
          <p:nvPr/>
        </p:nvSpPr>
        <p:spPr>
          <a:xfrm>
            <a:off x="1097280" y="2423160"/>
            <a:ext cx="6035040" cy="2743200"/>
          </a:xfrm>
          <a:prstGeom prst="rect">
            <a:avLst/>
          </a:prstGeom>
          <a:noFill/>
          <a:ln/>
        </p:spPr>
        <p:txBody>
          <a:bodyPr wrap="square" lIns="0" tIns="0" rIns="0" bIns="0" rtlCol="0" anchor="t"/>
          <a:lstStyle/>
          <a:p>
            <a:pPr indent="0" marL="0">
              <a:lnSpc>
                <a:spcPct val="125000"/>
              </a:lnSpc>
              <a:buNone/>
            </a:pPr>
            <a:r>
              <a:rPr lang="en-US" sz="3000" b="1" dirty="0">
                <a:solidFill>
                  <a:schemeClr val="tx1"/>
                </a:solidFill>
              </a:rPr>
              <a:t>억울한 일이 생겼어요.</a:t>
            </a:r>
            <a:endParaRPr lang="en-US" sz="3000" dirty="0"/>
          </a:p>
          <a:p>
            <a:pPr indent="0" marL="0">
              <a:lnSpc>
                <a:spcPct val="125000"/>
              </a:lnSpc>
              <a:buNone/>
            </a:pPr>
            <a:r>
              <a:rPr lang="en-US" sz="3000" b="1" dirty="0">
                <a:solidFill>
                  <a:schemeClr val="tx1"/>
                </a:solidFill>
              </a:rPr>
              <a:t>그런데 나는 글을 몰라요.</a:t>
            </a:r>
            <a:endParaRPr lang="en-US" sz="3000" dirty="0"/>
          </a:p>
          <a:p>
            <a:pPr indent="0" marL="0">
              <a:lnSpc>
                <a:spcPct val="125000"/>
              </a:lnSpc>
              <a:buNone/>
            </a:pPr>
            <a:r>
              <a:rPr lang="en-US" sz="3000" b="1" dirty="0">
                <a:solidFill>
                  <a:schemeClr val="tx1"/>
                </a:solidFill>
              </a:rPr>
              <a:t>내 이야기를 다른 사람이</a:t>
            </a:r>
            <a:endParaRPr lang="en-US" sz="3000" dirty="0"/>
          </a:p>
          <a:p>
            <a:pPr indent="0" marL="0">
              <a:lnSpc>
                <a:spcPct val="125000"/>
              </a:lnSpc>
              <a:buNone/>
            </a:pPr>
            <a:r>
              <a:rPr lang="en-US" sz="3000" b="1" dirty="0">
                <a:solidFill>
                  <a:schemeClr val="tx1"/>
                </a:solidFill>
              </a:rPr>
              <a:t>대신 써 주어야 해요.</a:t>
            </a:r>
            <a:endParaRPr lang="en-US" sz="3000" dirty="0"/>
          </a:p>
        </p:txBody>
      </p:sp>
      <p:sp>
        <p:nvSpPr>
          <p:cNvPr id="10" name="question"/>
          <p:cNvSpPr/>
          <p:nvPr/>
        </p:nvSpPr>
        <p:spPr>
          <a:xfrm>
            <a:off x="8229600" y="2057400"/>
            <a:ext cx="2651760" cy="2651760"/>
          </a:xfrm>
          <a:prstGeom prst="ellipse">
            <a:avLst/>
          </a:prstGeom>
          <a:solidFill>
            <a:schemeClr val="accent1"/>
          </a:solidFill>
          <a:ln/>
        </p:spPr>
      </p:sp>
      <p:sp>
        <p:nvSpPr>
          <p:cNvPr id="11" name="Text 9"/>
          <p:cNvSpPr/>
          <p:nvPr/>
        </p:nvSpPr>
        <p:spPr>
          <a:xfrm>
            <a:off x="8229600" y="2057400"/>
            <a:ext cx="2651760" cy="2651760"/>
          </a:xfrm>
          <a:prstGeom prst="rect">
            <a:avLst/>
          </a:prstGeom>
          <a:noFill/>
          <a:ln/>
        </p:spPr>
        <p:txBody>
          <a:bodyPr wrap="square" lIns="0" tIns="0" rIns="0" bIns="0" rtlCol="0" anchor="ctr"/>
          <a:lstStyle/>
          <a:p>
            <a:pPr algn="ctr" indent="0" marL="0">
              <a:buNone/>
            </a:pPr>
            <a:r>
              <a:rPr lang="en-US" sz="13000" b="1" dirty="0">
                <a:solidFill>
                  <a:schemeClr val="bg1"/>
                </a:solidFill>
              </a:rPr>
              <a:t>?</a:t>
            </a:r>
            <a:endParaRPr lang="en-US" sz="13000" dirty="0"/>
          </a:p>
        </p:txBody>
      </p:sp>
      <p:sp>
        <p:nvSpPr>
          <p:cNvPr id="12" name="Text 10"/>
          <p:cNvSpPr/>
          <p:nvPr/>
        </p:nvSpPr>
        <p:spPr>
          <a:xfrm>
            <a:off x="7680960" y="4937760"/>
            <a:ext cx="3749040" cy="548640"/>
          </a:xfrm>
          <a:prstGeom prst="rect">
            <a:avLst/>
          </a:prstGeom>
          <a:noFill/>
          <a:ln/>
        </p:spPr>
        <p:txBody>
          <a:bodyPr wrap="square" lIns="0" tIns="0" rIns="0" bIns="0" rtlCol="0" anchor="t"/>
          <a:lstStyle/>
          <a:p>
            <a:pPr algn="ctr" indent="0" marL="0">
              <a:buNone/>
            </a:pPr>
            <a:r>
              <a:rPr lang="en-US" sz="2400" b="1" dirty="0">
                <a:solidFill>
                  <a:schemeClr val="tx1"/>
                </a:solidFill>
              </a:rPr>
              <a:t>무엇이 가장 답답할까요?</a:t>
            </a:r>
            <a:endParaRPr lang="en-US" sz="2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mark-dot"/>
          <p:cNvSpPr/>
          <p:nvPr/>
        </p:nvSpPr>
        <p:spPr>
          <a:xfrm>
            <a:off x="640080" y="471830"/>
            <a:ext cx="175565" cy="175565"/>
          </a:xfrm>
          <a:prstGeom prst="ellipse">
            <a:avLst/>
          </a:prstGeom>
          <a:solidFill>
            <a:schemeClr val="accent2"/>
          </a:solidFill>
          <a:ln/>
        </p:spPr>
      </p:sp>
      <p:sp>
        <p:nvSpPr>
          <p:cNvPr id="3" name="mark-bar"/>
          <p:cNvSpPr/>
          <p:nvPr/>
        </p:nvSpPr>
        <p:spPr>
          <a:xfrm>
            <a:off x="874166" y="515722"/>
            <a:ext cx="365760" cy="87782"/>
          </a:xfrm>
          <a:prstGeom prst="roundRect">
            <a:avLst>
              <a:gd name="adj" fmla="val 50000"/>
            </a:avLst>
          </a:prstGeom>
          <a:solidFill>
            <a:schemeClr val="accent3"/>
          </a:solidFill>
          <a:ln/>
        </p:spPr>
      </p:sp>
      <p:sp>
        <p:nvSpPr>
          <p:cNvPr id="4" name="mark-stem"/>
          <p:cNvSpPr/>
          <p:nvPr/>
        </p:nvSpPr>
        <p:spPr>
          <a:xfrm>
            <a:off x="1298448" y="384048"/>
            <a:ext cx="87782" cy="351130"/>
          </a:xfrm>
          <a:prstGeom prst="roundRect">
            <a:avLst>
              <a:gd name="adj" fmla="val 50000"/>
            </a:avLst>
          </a:prstGeom>
          <a:solidFill>
            <a:schemeClr val="accent1"/>
          </a:solidFill>
          <a:ln/>
        </p:spPr>
      </p:sp>
      <p:sp>
        <p:nvSpPr>
          <p:cNvPr id="5" name="eyebrow-pill"/>
          <p:cNvSpPr/>
          <p:nvPr/>
        </p:nvSpPr>
        <p:spPr>
          <a:xfrm>
            <a:off x="1508760" y="384048"/>
            <a:ext cx="1490472" cy="384048"/>
          </a:xfrm>
          <a:prstGeom prst="roundRect">
            <a:avLst>
              <a:gd name="adj" fmla="val 50000"/>
            </a:avLst>
          </a:prstGeom>
          <a:solidFill>
            <a:schemeClr val="accent3"/>
          </a:solidFill>
          <a:ln/>
        </p:spPr>
      </p:sp>
      <p:sp>
        <p:nvSpPr>
          <p:cNvPr id="6" name="Text 4"/>
          <p:cNvSpPr/>
          <p:nvPr/>
        </p:nvSpPr>
        <p:spPr>
          <a:xfrm>
            <a:off x="1508760" y="384048"/>
            <a:ext cx="1490472" cy="384048"/>
          </a:xfrm>
          <a:prstGeom prst="rect">
            <a:avLst/>
          </a:prstGeom>
          <a:noFill/>
          <a:ln/>
        </p:spPr>
        <p:txBody>
          <a:bodyPr wrap="square" lIns="0" tIns="0" rIns="0" bIns="0" rtlCol="0" anchor="ctr"/>
          <a:lstStyle/>
          <a:p>
            <a:pPr algn="ctr" indent="0" marL="0">
              <a:buNone/>
            </a:pPr>
            <a:r>
              <a:rPr lang="en-US" sz="1400" b="1" dirty="0">
                <a:solidFill>
                  <a:schemeClr val="tx1"/>
                </a:solidFill>
              </a:rPr>
              <a:t>0 영상 보기</a:t>
            </a:r>
            <a:endParaRPr lang="en-US" sz="1400" dirty="0"/>
          </a:p>
        </p:txBody>
      </p:sp>
      <p:sp>
        <p:nvSpPr>
          <p:cNvPr id="7" name="Text 1"/>
          <p:cNvSpPr/>
          <p:nvPr>
            <p:ph idx="101" type="title" hasCustomPrompt="1"/>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chemeClr val="tx1"/>
                </a:solidFill>
              </a:rPr>
              <a:t>뮤지컬 그림책을 함께 봐요</a:t>
            </a:r>
            <a:endParaRPr lang="en-US" sz="3800" dirty="0"/>
          </a:p>
        </p:txBody>
      </p:sp>
      <p:sp>
        <p:nvSpPr>
          <p:cNvPr id="8" name="video-card"/>
          <p:cNvSpPr/>
          <p:nvPr/>
        </p:nvSpPr>
        <p:spPr>
          <a:xfrm>
            <a:off x="640080" y="2011680"/>
            <a:ext cx="5852160" cy="3657600"/>
          </a:xfrm>
          <a:prstGeom prst="roundRect">
            <a:avLst>
              <a:gd name="adj" fmla="val 7500"/>
            </a:avLst>
          </a:prstGeom>
          <a:solidFill>
            <a:schemeClr val="tx1"/>
          </a:solidFill>
          <a:ln/>
        </p:spPr>
      </p:sp>
      <p:sp>
        <p:nvSpPr>
          <p:cNvPr id="9" name="play"/>
          <p:cNvSpPr/>
          <p:nvPr/>
        </p:nvSpPr>
        <p:spPr>
          <a:xfrm>
            <a:off x="3017520" y="2423160"/>
            <a:ext cx="1097280" cy="1097280"/>
          </a:xfrm>
          <a:prstGeom prst="ellipse">
            <a:avLst/>
          </a:prstGeom>
          <a:solidFill>
            <a:schemeClr val="accent3"/>
          </a:solidFill>
          <a:ln/>
        </p:spPr>
      </p:sp>
      <p:sp>
        <p:nvSpPr>
          <p:cNvPr id="10" name="Text 8">
            <a:hlinkClick r:id="rId1" tooltip="YouTube에서 열기"/>
          </p:cNvPr>
          <p:cNvSpPr/>
          <p:nvPr/>
        </p:nvSpPr>
        <p:spPr>
          <a:xfrm>
            <a:off x="3017520" y="2423160"/>
            <a:ext cx="1097280" cy="1097280"/>
          </a:xfrm>
          <a:prstGeom prst="rect">
            <a:avLst/>
          </a:prstGeom>
          <a:noFill/>
          <a:ln/>
        </p:spPr>
        <p:txBody>
          <a:bodyPr wrap="square" lIns="0" tIns="0" rIns="0" bIns="0" rtlCol="0" anchor="ctr"/>
          <a:lstStyle/>
          <a:p>
            <a:pPr algn="ctr" indent="0" marL="0">
              <a:buNone/>
            </a:pPr>
            <a:r>
              <a:rPr lang="en-US" sz="3400" u="sng" dirty="0">
                <a:solidFill>
                  <a:schemeClr val="tx1"/>
                </a:solidFill>
                <a:hlinkClick r:id="rId1" invalidUrl="" action="" tgtFrame="" tooltip="YouTube에서 열기" history="1" highlightClick="0" endSnd="0">
                  <a:extLst>
                    <a:ext uri="{A12FA001-AC4F-418D-AE19-62706E023703}">
                      <ahyp:hlinkClr xmlns:ahyp="http://schemas.microsoft.com/office/drawing/2018/hyperlinkcolor" val="tx"/>
                    </a:ext>
                  </a:extLst>
                </a:hlinkClick>
              </a:rPr>
              <a:t>▶</a:t>
            </a:r>
            <a:endParaRPr lang="en-US" sz="3400" dirty="0"/>
          </a:p>
        </p:txBody>
      </p:sp>
      <p:sp>
        <p:nvSpPr>
          <p:cNvPr id="11" name="Text 9"/>
          <p:cNvSpPr/>
          <p:nvPr/>
        </p:nvSpPr>
        <p:spPr>
          <a:xfrm>
            <a:off x="640080" y="3703320"/>
            <a:ext cx="5852160" cy="548640"/>
          </a:xfrm>
          <a:prstGeom prst="rect">
            <a:avLst/>
          </a:prstGeom>
          <a:noFill/>
          <a:ln/>
        </p:spPr>
        <p:txBody>
          <a:bodyPr wrap="square" lIns="0" tIns="0" rIns="0" bIns="0" rtlCol="0" anchor="t"/>
          <a:lstStyle/>
          <a:p>
            <a:pPr algn="ctr" indent="0" marL="0">
              <a:buNone/>
            </a:pPr>
            <a:r>
              <a:rPr lang="en-US" sz="2600" b="1" dirty="0">
                <a:solidFill>
                  <a:schemeClr val="bg1"/>
                </a:solidFill>
              </a:rPr>
              <a:t>새로운 문자 : 세 개의 눈</a:t>
            </a:r>
            <a:endParaRPr lang="en-US" sz="2600" dirty="0"/>
          </a:p>
        </p:txBody>
      </p:sp>
      <p:sp>
        <p:nvSpPr>
          <p:cNvPr id="12" name="Text 10"/>
          <p:cNvSpPr/>
          <p:nvPr/>
        </p:nvSpPr>
        <p:spPr>
          <a:xfrm>
            <a:off x="640080" y="4297680"/>
            <a:ext cx="5852160" cy="365760"/>
          </a:xfrm>
          <a:prstGeom prst="rect">
            <a:avLst/>
          </a:prstGeom>
          <a:noFill/>
          <a:ln/>
        </p:spPr>
        <p:txBody>
          <a:bodyPr wrap="square" lIns="0" tIns="0" rIns="0" bIns="0" rtlCol="0" anchor="t"/>
          <a:lstStyle/>
          <a:p>
            <a:pPr algn="ctr" indent="0" marL="0">
              <a:buNone/>
            </a:pPr>
            <a:r>
              <a:rPr lang="en-US" sz="1400" dirty="0">
                <a:solidFill>
                  <a:schemeClr val="bg2"/>
                </a:solidFill>
              </a:rPr>
              <a:t>15분 9초  ·  제작 교육뮤지컬 꿈꾸는 치수쌤  ·  작곡 김아름</a:t>
            </a:r>
            <a:endParaRPr lang="en-US" sz="1400" dirty="0"/>
          </a:p>
        </p:txBody>
      </p:sp>
      <p:sp>
        <p:nvSpPr>
          <p:cNvPr id="13" name="Text 11"/>
          <p:cNvSpPr/>
          <p:nvPr/>
        </p:nvSpPr>
        <p:spPr>
          <a:xfrm>
            <a:off x="640080" y="4892040"/>
            <a:ext cx="5852160" cy="411480"/>
          </a:xfrm>
          <a:prstGeom prst="rect">
            <a:avLst/>
          </a:prstGeom>
          <a:noFill/>
          <a:ln/>
        </p:spPr>
        <p:txBody>
          <a:bodyPr wrap="square" lIns="0" tIns="0" rIns="0" bIns="0" rtlCol="0" anchor="ctr"/>
          <a:lstStyle/>
          <a:p>
            <a:pPr algn="ctr" indent="0" marL="0">
              <a:buNone/>
            </a:pPr>
            <a:r>
              <a:rPr lang="en-US" sz="1600" b="1" u="sng" dirty="0">
                <a:solidFill>
                  <a:schemeClr val="accent3"/>
                </a:solidFill>
                <a:hlinkClick r:id="rId2" invalidUrl="" action="" tgtFrame="" tooltip="YouTube에서 열기" history="1" highlightClick="0" endSnd="0">
                  <a:extLst>
                    <a:ext uri="{A12FA001-AC4F-418D-AE19-62706E023703}">
                      <ahyp:hlinkClr xmlns:ahyp="http://schemas.microsoft.com/office/drawing/2018/hyperlinkcolor" val="tx"/>
                    </a:ext>
                  </a:extLst>
                </a:hlinkClick>
              </a:rPr>
              <a:t>영상 열기 (인터넷 필요)</a:t>
            </a:r>
            <a:endParaRPr lang="en-US" sz="1600" dirty="0"/>
          </a:p>
        </p:txBody>
      </p:sp>
      <p:sp>
        <p:nvSpPr>
          <p:cNvPr id="14" name="Text 12"/>
          <p:cNvSpPr/>
          <p:nvPr/>
        </p:nvSpPr>
        <p:spPr>
          <a:xfrm>
            <a:off x="6949440" y="2011680"/>
            <a:ext cx="4572000" cy="457200"/>
          </a:xfrm>
          <a:prstGeom prst="rect">
            <a:avLst/>
          </a:prstGeom>
          <a:noFill/>
          <a:ln/>
        </p:spPr>
        <p:txBody>
          <a:bodyPr wrap="square" lIns="0" tIns="0" rIns="0" bIns="0" rtlCol="0" anchor="t"/>
          <a:lstStyle/>
          <a:p>
            <a:pPr indent="0" marL="0">
              <a:buNone/>
            </a:pPr>
            <a:r>
              <a:rPr lang="en-US" sz="2200" b="1" dirty="0">
                <a:solidFill>
                  <a:schemeClr val="tx1"/>
                </a:solidFill>
              </a:rPr>
              <a:t>보면서 한 낱말로 메모해요</a:t>
            </a:r>
            <a:endParaRPr lang="en-US" sz="2200" dirty="0"/>
          </a:p>
        </p:txBody>
      </p:sp>
      <p:sp>
        <p:nvSpPr>
          <p:cNvPr id="15" name="eye"/>
          <p:cNvSpPr/>
          <p:nvPr/>
        </p:nvSpPr>
        <p:spPr>
          <a:xfrm>
            <a:off x="6949440" y="2697480"/>
            <a:ext cx="777240" cy="777240"/>
          </a:xfrm>
          <a:prstGeom prst="ellipse">
            <a:avLst/>
          </a:prstGeom>
          <a:solidFill>
            <a:schemeClr val="accent1"/>
          </a:solidFill>
          <a:ln/>
        </p:spPr>
      </p:sp>
      <p:sp>
        <p:nvSpPr>
          <p:cNvPr id="16" name="eye-white"/>
          <p:cNvSpPr/>
          <p:nvPr/>
        </p:nvSpPr>
        <p:spPr>
          <a:xfrm>
            <a:off x="7066026" y="2930652"/>
            <a:ext cx="544068" cy="310896"/>
          </a:xfrm>
          <a:prstGeom prst="ellipse">
            <a:avLst/>
          </a:prstGeom>
          <a:solidFill>
            <a:schemeClr val="bg1"/>
          </a:solidFill>
          <a:ln/>
        </p:spPr>
      </p:sp>
      <p:sp>
        <p:nvSpPr>
          <p:cNvPr id="17" name="eye-pupil"/>
          <p:cNvSpPr/>
          <p:nvPr/>
        </p:nvSpPr>
        <p:spPr>
          <a:xfrm>
            <a:off x="7237019" y="2985059"/>
            <a:ext cx="202082" cy="202082"/>
          </a:xfrm>
          <a:prstGeom prst="ellipse">
            <a:avLst/>
          </a:prstGeom>
          <a:solidFill>
            <a:schemeClr val="tx1"/>
          </a:solidFill>
          <a:ln/>
        </p:spPr>
      </p:sp>
      <p:sp>
        <p:nvSpPr>
          <p:cNvPr id="18" name="Text 16"/>
          <p:cNvSpPr/>
          <p:nvPr/>
        </p:nvSpPr>
        <p:spPr>
          <a:xfrm>
            <a:off x="7909560" y="2679192"/>
            <a:ext cx="3657600" cy="411480"/>
          </a:xfrm>
          <a:prstGeom prst="rect">
            <a:avLst/>
          </a:prstGeom>
          <a:noFill/>
          <a:ln/>
        </p:spPr>
        <p:txBody>
          <a:bodyPr wrap="square" lIns="0" tIns="0" rIns="0" bIns="0" rtlCol="0" anchor="t"/>
          <a:lstStyle/>
          <a:p>
            <a:pPr indent="0" marL="0">
              <a:buNone/>
            </a:pPr>
            <a:r>
              <a:rPr lang="en-US" sz="2200" b="1" dirty="0">
                <a:solidFill>
                  <a:schemeClr val="tx1"/>
                </a:solidFill>
              </a:rPr>
              <a:t>세종</a:t>
            </a:r>
            <a:endParaRPr lang="en-US" sz="2200" dirty="0"/>
          </a:p>
        </p:txBody>
      </p:sp>
      <p:sp>
        <p:nvSpPr>
          <p:cNvPr id="19" name="Text 17"/>
          <p:cNvSpPr/>
          <p:nvPr/>
        </p:nvSpPr>
        <p:spPr>
          <a:xfrm>
            <a:off x="7909560" y="3090672"/>
            <a:ext cx="3657600" cy="365760"/>
          </a:xfrm>
          <a:prstGeom prst="rect">
            <a:avLst/>
          </a:prstGeom>
          <a:noFill/>
          <a:ln/>
        </p:spPr>
        <p:txBody>
          <a:bodyPr wrap="square" lIns="0" tIns="0" rIns="0" bIns="0" rtlCol="0" anchor="t"/>
          <a:lstStyle/>
          <a:p>
            <a:pPr indent="0" marL="0">
              <a:buNone/>
            </a:pPr>
            <a:r>
              <a:rPr lang="en-US" sz="1700" dirty="0">
                <a:solidFill>
                  <a:schemeClr val="tx2"/>
                </a:solidFill>
              </a:rPr>
              <a:t>무엇을 바랐을까?</a:t>
            </a:r>
            <a:endParaRPr lang="en-US" sz="1700" dirty="0"/>
          </a:p>
        </p:txBody>
      </p:sp>
      <p:sp>
        <p:nvSpPr>
          <p:cNvPr id="20" name="eye"/>
          <p:cNvSpPr/>
          <p:nvPr/>
        </p:nvSpPr>
        <p:spPr>
          <a:xfrm>
            <a:off x="6949440" y="3657600"/>
            <a:ext cx="777240" cy="777240"/>
          </a:xfrm>
          <a:prstGeom prst="ellipse">
            <a:avLst/>
          </a:prstGeom>
          <a:solidFill>
            <a:schemeClr val="accent3"/>
          </a:solidFill>
          <a:ln/>
        </p:spPr>
      </p:sp>
      <p:sp>
        <p:nvSpPr>
          <p:cNvPr id="21" name="eye-white"/>
          <p:cNvSpPr/>
          <p:nvPr/>
        </p:nvSpPr>
        <p:spPr>
          <a:xfrm>
            <a:off x="7066026" y="3890772"/>
            <a:ext cx="544068" cy="310896"/>
          </a:xfrm>
          <a:prstGeom prst="ellipse">
            <a:avLst/>
          </a:prstGeom>
          <a:solidFill>
            <a:schemeClr val="bg1"/>
          </a:solidFill>
          <a:ln/>
        </p:spPr>
      </p:sp>
      <p:sp>
        <p:nvSpPr>
          <p:cNvPr id="22" name="eye-pupil"/>
          <p:cNvSpPr/>
          <p:nvPr/>
        </p:nvSpPr>
        <p:spPr>
          <a:xfrm>
            <a:off x="7237019" y="3945179"/>
            <a:ext cx="202082" cy="202082"/>
          </a:xfrm>
          <a:prstGeom prst="ellipse">
            <a:avLst/>
          </a:prstGeom>
          <a:solidFill>
            <a:schemeClr val="tx1"/>
          </a:solidFill>
          <a:ln/>
        </p:spPr>
      </p:sp>
      <p:sp>
        <p:nvSpPr>
          <p:cNvPr id="23" name="Text 21"/>
          <p:cNvSpPr/>
          <p:nvPr/>
        </p:nvSpPr>
        <p:spPr>
          <a:xfrm>
            <a:off x="7909560" y="3639312"/>
            <a:ext cx="3657600" cy="411480"/>
          </a:xfrm>
          <a:prstGeom prst="rect">
            <a:avLst/>
          </a:prstGeom>
          <a:noFill/>
          <a:ln/>
        </p:spPr>
        <p:txBody>
          <a:bodyPr wrap="square" lIns="0" tIns="0" rIns="0" bIns="0" rtlCol="0" anchor="t"/>
          <a:lstStyle/>
          <a:p>
            <a:pPr indent="0" marL="0">
              <a:buNone/>
            </a:pPr>
            <a:r>
              <a:rPr lang="en-US" sz="2200" b="1" dirty="0">
                <a:solidFill>
                  <a:schemeClr val="tx1"/>
                </a:solidFill>
              </a:rPr>
              <a:t>반대한 신하들</a:t>
            </a:r>
            <a:endParaRPr lang="en-US" sz="2200" dirty="0"/>
          </a:p>
        </p:txBody>
      </p:sp>
      <p:sp>
        <p:nvSpPr>
          <p:cNvPr id="24" name="Text 22"/>
          <p:cNvSpPr/>
          <p:nvPr/>
        </p:nvSpPr>
        <p:spPr>
          <a:xfrm>
            <a:off x="7909560" y="4050792"/>
            <a:ext cx="3657600" cy="365760"/>
          </a:xfrm>
          <a:prstGeom prst="rect">
            <a:avLst/>
          </a:prstGeom>
          <a:noFill/>
          <a:ln/>
        </p:spPr>
        <p:txBody>
          <a:bodyPr wrap="square" lIns="0" tIns="0" rIns="0" bIns="0" rtlCol="0" anchor="t"/>
          <a:lstStyle/>
          <a:p>
            <a:pPr indent="0" marL="0">
              <a:buNone/>
            </a:pPr>
            <a:r>
              <a:rPr lang="en-US" sz="1700" dirty="0">
                <a:solidFill>
                  <a:schemeClr val="tx2"/>
                </a:solidFill>
              </a:rPr>
              <a:t>무엇을 걱정했을까?</a:t>
            </a:r>
            <a:endParaRPr lang="en-US" sz="1700" dirty="0"/>
          </a:p>
        </p:txBody>
      </p:sp>
      <p:sp>
        <p:nvSpPr>
          <p:cNvPr id="25" name="eye"/>
          <p:cNvSpPr/>
          <p:nvPr/>
        </p:nvSpPr>
        <p:spPr>
          <a:xfrm>
            <a:off x="6949440" y="4617720"/>
            <a:ext cx="777240" cy="777240"/>
          </a:xfrm>
          <a:prstGeom prst="ellipse">
            <a:avLst/>
          </a:prstGeom>
          <a:solidFill>
            <a:schemeClr val="accent4"/>
          </a:solidFill>
          <a:ln/>
        </p:spPr>
      </p:sp>
      <p:sp>
        <p:nvSpPr>
          <p:cNvPr id="26" name="eye-white"/>
          <p:cNvSpPr/>
          <p:nvPr/>
        </p:nvSpPr>
        <p:spPr>
          <a:xfrm>
            <a:off x="7066026" y="4850892"/>
            <a:ext cx="544068" cy="310896"/>
          </a:xfrm>
          <a:prstGeom prst="ellipse">
            <a:avLst/>
          </a:prstGeom>
          <a:solidFill>
            <a:schemeClr val="bg1"/>
          </a:solidFill>
          <a:ln/>
        </p:spPr>
      </p:sp>
      <p:sp>
        <p:nvSpPr>
          <p:cNvPr id="27" name="eye-pupil"/>
          <p:cNvSpPr/>
          <p:nvPr/>
        </p:nvSpPr>
        <p:spPr>
          <a:xfrm>
            <a:off x="7237019" y="4905299"/>
            <a:ext cx="202082" cy="202082"/>
          </a:xfrm>
          <a:prstGeom prst="ellipse">
            <a:avLst/>
          </a:prstGeom>
          <a:solidFill>
            <a:schemeClr val="tx1"/>
          </a:solidFill>
          <a:ln/>
        </p:spPr>
      </p:sp>
      <p:sp>
        <p:nvSpPr>
          <p:cNvPr id="28" name="Text 26"/>
          <p:cNvSpPr/>
          <p:nvPr/>
        </p:nvSpPr>
        <p:spPr>
          <a:xfrm>
            <a:off x="7909560" y="4599432"/>
            <a:ext cx="3657600" cy="411480"/>
          </a:xfrm>
          <a:prstGeom prst="rect">
            <a:avLst/>
          </a:prstGeom>
          <a:noFill/>
          <a:ln/>
        </p:spPr>
        <p:txBody>
          <a:bodyPr wrap="square" lIns="0" tIns="0" rIns="0" bIns="0" rtlCol="0" anchor="t"/>
          <a:lstStyle/>
          <a:p>
            <a:pPr indent="0" marL="0">
              <a:buNone/>
            </a:pPr>
            <a:r>
              <a:rPr lang="en-US" sz="2200" b="1" dirty="0">
                <a:solidFill>
                  <a:schemeClr val="tx1"/>
                </a:solidFill>
              </a:rPr>
              <a:t>서당 아이들</a:t>
            </a:r>
            <a:endParaRPr lang="en-US" sz="2200" dirty="0"/>
          </a:p>
        </p:txBody>
      </p:sp>
      <p:sp>
        <p:nvSpPr>
          <p:cNvPr id="29" name="Text 27"/>
          <p:cNvSpPr/>
          <p:nvPr/>
        </p:nvSpPr>
        <p:spPr>
          <a:xfrm>
            <a:off x="7909560" y="5010912"/>
            <a:ext cx="3657600" cy="365760"/>
          </a:xfrm>
          <a:prstGeom prst="rect">
            <a:avLst/>
          </a:prstGeom>
          <a:noFill/>
          <a:ln/>
        </p:spPr>
        <p:txBody>
          <a:bodyPr wrap="square" lIns="0" tIns="0" rIns="0" bIns="0" rtlCol="0" anchor="t"/>
          <a:lstStyle/>
          <a:p>
            <a:pPr indent="0" marL="0">
              <a:buNone/>
            </a:pPr>
            <a:r>
              <a:rPr lang="en-US" sz="1700" dirty="0">
                <a:solidFill>
                  <a:schemeClr val="tx2"/>
                </a:solidFill>
              </a:rPr>
              <a:t>무엇을 알리고 싶었을까?</a:t>
            </a:r>
            <a:endParaRPr lang="en-US" sz="1700" dirty="0"/>
          </a:p>
        </p:txBody>
      </p:sp>
      <p:sp>
        <p:nvSpPr>
          <p:cNvPr id="30" name="pill"/>
          <p:cNvSpPr/>
          <p:nvPr/>
        </p:nvSpPr>
        <p:spPr>
          <a:xfrm>
            <a:off x="10058400" y="5577840"/>
            <a:ext cx="1463040" cy="457200"/>
          </a:xfrm>
          <a:prstGeom prst="roundRect">
            <a:avLst>
              <a:gd name="adj" fmla="val 50000"/>
            </a:avLst>
          </a:prstGeom>
          <a:solidFill>
            <a:schemeClr val="accent3"/>
          </a:solidFill>
          <a:ln/>
        </p:spPr>
      </p:sp>
      <p:sp>
        <p:nvSpPr>
          <p:cNvPr id="31" name="Text 29"/>
          <p:cNvSpPr/>
          <p:nvPr/>
        </p:nvSpPr>
        <p:spPr>
          <a:xfrm>
            <a:off x="10058400" y="5577840"/>
            <a:ext cx="1463040" cy="457200"/>
          </a:xfrm>
          <a:prstGeom prst="rect">
            <a:avLst/>
          </a:prstGeom>
          <a:noFill/>
          <a:ln/>
        </p:spPr>
        <p:txBody>
          <a:bodyPr wrap="square" lIns="0" tIns="0" rIns="0" bIns="0" rtlCol="0" anchor="ctr"/>
          <a:lstStyle/>
          <a:p>
            <a:pPr algn="ctr" indent="0" marL="0">
              <a:buNone/>
            </a:pPr>
            <a:r>
              <a:rPr lang="en-US" sz="1600" b="1" dirty="0">
                <a:solidFill>
                  <a:schemeClr val="tx1"/>
                </a:solidFill>
              </a:rPr>
              <a:t>활동지 1</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22960" y="1417320"/>
            <a:ext cx="2743200" cy="731520"/>
          </a:xfrm>
          <a:prstGeom prst="rect">
            <a:avLst/>
          </a:prstGeom>
          <a:noFill/>
          <a:ln/>
        </p:spPr>
        <p:txBody>
          <a:bodyPr wrap="square" lIns="0" tIns="0" rIns="0" bIns="0" rtlCol="0" anchor="t"/>
          <a:lstStyle/>
          <a:p>
            <a:pPr indent="0" marL="0">
              <a:buNone/>
            </a:pPr>
            <a:r>
              <a:rPr lang="en-US" sz="4000" b="1" dirty="0">
                <a:solidFill>
                  <a:schemeClr val="accent1"/>
                </a:solidFill>
              </a:rPr>
              <a:t>1</a:t>
            </a:r>
            <a:endParaRPr lang="en-US" sz="4000" dirty="0"/>
          </a:p>
        </p:txBody>
      </p:sp>
      <p:sp>
        <p:nvSpPr>
          <p:cNvPr id="3" name="Text 1"/>
          <p:cNvSpPr/>
          <p:nvPr>
            <p:ph idx="101" type="title" hasCustomPrompt="1"/>
          </p:nvPr>
        </p:nvSpPr>
        <p:spPr>
          <a:xfrm>
            <a:off x="822960" y="2011680"/>
            <a:ext cx="7498080" cy="2011680"/>
          </a:xfrm>
          <a:prstGeom prst="rect">
            <a:avLst/>
          </a:prstGeom>
          <a:noFill/>
          <a:ln/>
        </p:spPr>
        <p:txBody>
          <a:bodyPr wrap="square" lIns="0" tIns="0" rIns="0" bIns="0" rtlCol="0" anchor="t"/>
          <a:lstStyle/>
          <a:p>
            <a:pPr algn="l" indent="0" marL="0">
              <a:lnSpc>
                <a:spcPct val="105000"/>
              </a:lnSpc>
              <a:buNone/>
            </a:pPr>
            <a:r>
              <a:rPr lang="en-US" sz="5200" b="1" dirty="0">
                <a:solidFill>
                  <a:schemeClr val="bg1"/>
                </a:solidFill>
              </a:rPr>
              <a:t>세 개의 눈</a:t>
            </a:r>
            <a:endParaRPr lang="en-US" sz="5200" dirty="0"/>
          </a:p>
        </p:txBody>
      </p:sp>
      <p:sp>
        <p:nvSpPr>
          <p:cNvPr id="4" name="Text 2"/>
          <p:cNvSpPr/>
          <p:nvPr/>
        </p:nvSpPr>
        <p:spPr>
          <a:xfrm>
            <a:off x="822960" y="3063240"/>
            <a:ext cx="7132320" cy="548640"/>
          </a:xfrm>
          <a:prstGeom prst="rect">
            <a:avLst/>
          </a:prstGeom>
          <a:noFill/>
          <a:ln/>
        </p:spPr>
        <p:txBody>
          <a:bodyPr wrap="square" lIns="0" tIns="0" rIns="0" bIns="0" rtlCol="0" anchor="t"/>
          <a:lstStyle/>
          <a:p>
            <a:pPr indent="0" marL="0">
              <a:buNone/>
            </a:pPr>
            <a:r>
              <a:rPr lang="en-US" sz="2400" dirty="0">
                <a:solidFill>
                  <a:schemeClr val="bg2"/>
                </a:solidFill>
              </a:rPr>
              <a:t>같은 글자를 바라본 서로 다른 마음</a:t>
            </a:r>
            <a:endParaRPr lang="en-US" sz="2400" dirty="0"/>
          </a:p>
        </p:txBody>
      </p:sp>
      <p:sp>
        <p:nvSpPr>
          <p:cNvPr id="5" name="deco-sky"/>
          <p:cNvSpPr/>
          <p:nvPr/>
        </p:nvSpPr>
        <p:spPr>
          <a:xfrm>
            <a:off x="8732520" y="822960"/>
            <a:ext cx="1920240" cy="1920240"/>
          </a:xfrm>
          <a:prstGeom prst="ellipse">
            <a:avLst/>
          </a:prstGeom>
          <a:solidFill>
            <a:schemeClr val="accent3"/>
          </a:solidFill>
          <a:ln/>
        </p:spPr>
      </p:sp>
      <p:sp>
        <p:nvSpPr>
          <p:cNvPr id="6" name="deco-earth"/>
          <p:cNvSpPr/>
          <p:nvPr/>
        </p:nvSpPr>
        <p:spPr>
          <a:xfrm>
            <a:off x="8046720" y="3977640"/>
            <a:ext cx="3566160" cy="640080"/>
          </a:xfrm>
          <a:prstGeom prst="roundRect">
            <a:avLst>
              <a:gd name="adj" fmla="val 50000"/>
            </a:avLst>
          </a:prstGeom>
          <a:solidFill>
            <a:schemeClr val="accent2"/>
          </a:solidFill>
          <a:ln/>
        </p:spPr>
      </p:sp>
      <p:sp>
        <p:nvSpPr>
          <p:cNvPr id="7" name="deco-person"/>
          <p:cNvSpPr/>
          <p:nvPr/>
        </p:nvSpPr>
        <p:spPr>
          <a:xfrm>
            <a:off x="10972800" y="1463040"/>
            <a:ext cx="640080" cy="2240280"/>
          </a:xfrm>
          <a:prstGeom prst="roundRect">
            <a:avLst>
              <a:gd name="adj" fmla="val 50000"/>
            </a:avLst>
          </a:prstGeom>
          <a:solidFill>
            <a:schemeClr val="accent1"/>
          </a:solidFill>
          <a:ln/>
        </p:spPr>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mark-dot"/>
          <p:cNvSpPr/>
          <p:nvPr/>
        </p:nvSpPr>
        <p:spPr>
          <a:xfrm>
            <a:off x="640080" y="471830"/>
            <a:ext cx="175565" cy="175565"/>
          </a:xfrm>
          <a:prstGeom prst="ellipse">
            <a:avLst/>
          </a:prstGeom>
          <a:solidFill>
            <a:schemeClr val="accent2"/>
          </a:solidFill>
          <a:ln/>
        </p:spPr>
      </p:sp>
      <p:sp>
        <p:nvSpPr>
          <p:cNvPr id="3" name="mark-bar"/>
          <p:cNvSpPr/>
          <p:nvPr/>
        </p:nvSpPr>
        <p:spPr>
          <a:xfrm>
            <a:off x="874166" y="515722"/>
            <a:ext cx="365760" cy="87782"/>
          </a:xfrm>
          <a:prstGeom prst="roundRect">
            <a:avLst>
              <a:gd name="adj" fmla="val 50000"/>
            </a:avLst>
          </a:prstGeom>
          <a:solidFill>
            <a:schemeClr val="accent3"/>
          </a:solidFill>
          <a:ln/>
        </p:spPr>
      </p:sp>
      <p:sp>
        <p:nvSpPr>
          <p:cNvPr id="4" name="mark-stem"/>
          <p:cNvSpPr/>
          <p:nvPr/>
        </p:nvSpPr>
        <p:spPr>
          <a:xfrm>
            <a:off x="1298448" y="384048"/>
            <a:ext cx="87782" cy="351130"/>
          </a:xfrm>
          <a:prstGeom prst="roundRect">
            <a:avLst>
              <a:gd name="adj" fmla="val 50000"/>
            </a:avLst>
          </a:prstGeom>
          <a:solidFill>
            <a:schemeClr val="accent1"/>
          </a:solidFill>
          <a:ln/>
        </p:spPr>
      </p:sp>
      <p:sp>
        <p:nvSpPr>
          <p:cNvPr id="5" name="eyebrow-pill"/>
          <p:cNvSpPr/>
          <p:nvPr/>
        </p:nvSpPr>
        <p:spPr>
          <a:xfrm>
            <a:off x="1508760" y="384048"/>
            <a:ext cx="1490472" cy="384048"/>
          </a:xfrm>
          <a:prstGeom prst="roundRect">
            <a:avLst>
              <a:gd name="adj" fmla="val 50000"/>
            </a:avLst>
          </a:prstGeom>
          <a:solidFill>
            <a:schemeClr val="accent1"/>
          </a:solidFill>
          <a:ln/>
        </p:spPr>
      </p:sp>
      <p:sp>
        <p:nvSpPr>
          <p:cNvPr id="6" name="Text 4"/>
          <p:cNvSpPr/>
          <p:nvPr/>
        </p:nvSpPr>
        <p:spPr>
          <a:xfrm>
            <a:off x="1508760" y="384048"/>
            <a:ext cx="1490472" cy="384048"/>
          </a:xfrm>
          <a:prstGeom prst="rect">
            <a:avLst/>
          </a:prstGeom>
          <a:noFill/>
          <a:ln/>
        </p:spPr>
        <p:txBody>
          <a:bodyPr wrap="square" lIns="0" tIns="0" rIns="0" bIns="0" rtlCol="0" anchor="ctr"/>
          <a:lstStyle/>
          <a:p>
            <a:pPr algn="ctr" indent="0" marL="0">
              <a:buNone/>
            </a:pPr>
            <a:r>
              <a:rPr lang="en-US" sz="1400" b="1" dirty="0">
                <a:solidFill>
                  <a:schemeClr val="bg1"/>
                </a:solidFill>
              </a:rPr>
              <a:t>1 세종의 눈</a:t>
            </a:r>
            <a:endParaRPr lang="en-US" sz="1400" dirty="0"/>
          </a:p>
        </p:txBody>
      </p:sp>
      <p:sp>
        <p:nvSpPr>
          <p:cNvPr id="7" name="Text 1"/>
          <p:cNvSpPr/>
          <p:nvPr>
            <p:ph idx="101" type="title" hasCustomPrompt="1"/>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chemeClr val="tx1"/>
                </a:solidFill>
              </a:rPr>
              <a:t>왜 새 글자를 만들었을까?</a:t>
            </a:r>
            <a:endParaRPr lang="en-US" sz="3800" dirty="0"/>
          </a:p>
        </p:txBody>
      </p:sp>
      <p:sp>
        <p:nvSpPr>
          <p:cNvPr id="8" name="eye"/>
          <p:cNvSpPr/>
          <p:nvPr/>
        </p:nvSpPr>
        <p:spPr>
          <a:xfrm>
            <a:off x="640080" y="2103120"/>
            <a:ext cx="1005840" cy="1005840"/>
          </a:xfrm>
          <a:prstGeom prst="ellipse">
            <a:avLst/>
          </a:prstGeom>
          <a:solidFill>
            <a:schemeClr val="accent1"/>
          </a:solidFill>
          <a:ln/>
        </p:spPr>
      </p:sp>
      <p:sp>
        <p:nvSpPr>
          <p:cNvPr id="9" name="eye-white"/>
          <p:cNvSpPr/>
          <p:nvPr/>
        </p:nvSpPr>
        <p:spPr>
          <a:xfrm>
            <a:off x="790956" y="2404872"/>
            <a:ext cx="704088" cy="402336"/>
          </a:xfrm>
          <a:prstGeom prst="ellipse">
            <a:avLst/>
          </a:prstGeom>
          <a:solidFill>
            <a:schemeClr val="bg1"/>
          </a:solidFill>
          <a:ln/>
        </p:spPr>
      </p:sp>
      <p:sp>
        <p:nvSpPr>
          <p:cNvPr id="10" name="eye-pupil"/>
          <p:cNvSpPr/>
          <p:nvPr/>
        </p:nvSpPr>
        <p:spPr>
          <a:xfrm>
            <a:off x="1012241" y="2475281"/>
            <a:ext cx="261518" cy="261518"/>
          </a:xfrm>
          <a:prstGeom prst="ellipse">
            <a:avLst/>
          </a:prstGeom>
          <a:solidFill>
            <a:schemeClr val="tx1"/>
          </a:solidFill>
          <a:ln/>
        </p:spPr>
      </p:sp>
      <p:sp>
        <p:nvSpPr>
          <p:cNvPr id="11" name="card"/>
          <p:cNvSpPr/>
          <p:nvPr/>
        </p:nvSpPr>
        <p:spPr>
          <a:xfrm>
            <a:off x="1920240" y="2011680"/>
            <a:ext cx="5943600" cy="3611880"/>
          </a:xfrm>
          <a:prstGeom prst="roundRect">
            <a:avLst>
              <a:gd name="adj" fmla="val 6329"/>
            </a:avLst>
          </a:prstGeom>
          <a:solidFill>
            <a:schemeClr val="accent1">
              <a:alpha val="12000"/>
            </a:schemeClr>
          </a:solidFill>
          <a:ln/>
        </p:spPr>
      </p:sp>
      <p:sp>
        <p:nvSpPr>
          <p:cNvPr id="12" name="Text 10"/>
          <p:cNvSpPr/>
          <p:nvPr/>
        </p:nvSpPr>
        <p:spPr>
          <a:xfrm>
            <a:off x="2286000" y="2240280"/>
            <a:ext cx="5303520" cy="365760"/>
          </a:xfrm>
          <a:prstGeom prst="rect">
            <a:avLst/>
          </a:prstGeom>
          <a:noFill/>
          <a:ln/>
        </p:spPr>
        <p:txBody>
          <a:bodyPr wrap="square" lIns="0" tIns="0" rIns="0" bIns="0" rtlCol="0" anchor="t"/>
          <a:lstStyle/>
          <a:p>
            <a:pPr indent="0" marL="0">
              <a:buNone/>
            </a:pPr>
            <a:r>
              <a:rPr lang="en-US" sz="1500" b="1" dirty="0">
                <a:solidFill>
                  <a:schemeClr val="accent1"/>
                </a:solidFill>
              </a:rPr>
              <a:t>사료 C  ·  『세종실록』 1446년</a:t>
            </a:r>
            <a:endParaRPr lang="en-US" sz="1500" dirty="0"/>
          </a:p>
        </p:txBody>
      </p:sp>
      <p:sp>
        <p:nvSpPr>
          <p:cNvPr id="13" name="Text 11"/>
          <p:cNvSpPr/>
          <p:nvPr/>
        </p:nvSpPr>
        <p:spPr>
          <a:xfrm>
            <a:off x="2286000" y="2651760"/>
            <a:ext cx="5303520" cy="502920"/>
          </a:xfrm>
          <a:prstGeom prst="rect">
            <a:avLst/>
          </a:prstGeom>
          <a:noFill/>
          <a:ln/>
        </p:spPr>
        <p:txBody>
          <a:bodyPr wrap="square" lIns="0" tIns="0" rIns="0" bIns="0" rtlCol="0" anchor="t"/>
          <a:lstStyle/>
          <a:p>
            <a:pPr indent="0" marL="0">
              <a:buNone/>
            </a:pPr>
            <a:r>
              <a:rPr lang="en-US" sz="2200" dirty="0">
                <a:solidFill>
                  <a:schemeClr val="tx2"/>
                </a:solidFill>
              </a:rPr>
              <a:t>而終不得伸其情者多矣</a:t>
            </a:r>
            <a:endParaRPr lang="en-US" sz="2200" dirty="0"/>
          </a:p>
        </p:txBody>
      </p:sp>
      <p:sp>
        <p:nvSpPr>
          <p:cNvPr id="14" name="Text 12"/>
          <p:cNvSpPr/>
          <p:nvPr/>
        </p:nvSpPr>
        <p:spPr>
          <a:xfrm>
            <a:off x="2286000" y="3246120"/>
            <a:ext cx="5303520" cy="1097280"/>
          </a:xfrm>
          <a:prstGeom prst="rect">
            <a:avLst/>
          </a:prstGeom>
          <a:noFill/>
          <a:ln/>
        </p:spPr>
        <p:txBody>
          <a:bodyPr wrap="square" lIns="0" tIns="0" rIns="0" bIns="0" rtlCol="0" anchor="t"/>
          <a:lstStyle/>
          <a:p>
            <a:pPr indent="0" marL="0">
              <a:buNone/>
            </a:pPr>
            <a:r>
              <a:rPr lang="en-US" sz="2500" b="1" dirty="0">
                <a:solidFill>
                  <a:schemeClr val="tx1"/>
                </a:solidFill>
              </a:rPr>
              <a:t>하고 싶은 말이 있어도 끝내 제 뜻을 펴지 못하는 사람이 많다.</a:t>
            </a:r>
            <a:endParaRPr lang="en-US" sz="2500" dirty="0"/>
          </a:p>
        </p:txBody>
      </p:sp>
      <p:sp>
        <p:nvSpPr>
          <p:cNvPr id="15" name="Text 13"/>
          <p:cNvSpPr/>
          <p:nvPr/>
        </p:nvSpPr>
        <p:spPr>
          <a:xfrm>
            <a:off x="2286000" y="4434840"/>
            <a:ext cx="5303520" cy="822960"/>
          </a:xfrm>
          <a:prstGeom prst="rect">
            <a:avLst/>
          </a:prstGeom>
          <a:noFill/>
          <a:ln/>
        </p:spPr>
        <p:txBody>
          <a:bodyPr wrap="square" lIns="0" tIns="0" rIns="0" bIns="0" rtlCol="0" anchor="t"/>
          <a:lstStyle/>
          <a:p>
            <a:pPr indent="0" marL="0">
              <a:buNone/>
            </a:pPr>
            <a:r>
              <a:rPr lang="en-US" sz="2000" dirty="0">
                <a:solidFill>
                  <a:schemeClr val="tx1"/>
                </a:solidFill>
              </a:rPr>
              <a:t>그래서 누구나 쉽게 익혀 날마다 편하게 쓰기를 바랐어요.</a:t>
            </a:r>
            <a:endParaRPr lang="en-US" sz="2000" dirty="0"/>
          </a:p>
        </p:txBody>
      </p:sp>
      <p:sp>
        <p:nvSpPr>
          <p:cNvPr id="16" name="card"/>
          <p:cNvSpPr/>
          <p:nvPr/>
        </p:nvSpPr>
        <p:spPr>
          <a:xfrm>
            <a:off x="8229600" y="2011680"/>
            <a:ext cx="3291840" cy="3611880"/>
          </a:xfrm>
          <a:prstGeom prst="roundRect">
            <a:avLst>
              <a:gd name="adj" fmla="val 6944"/>
            </a:avLst>
          </a:prstGeom>
          <a:solidFill>
            <a:schemeClr val="bg1"/>
          </a:solidFill>
          <a:ln w="15875">
            <a:solidFill>
              <a:srgbClr val="E4DFD2"/>
            </a:solidFill>
            <a:prstDash val="solid"/>
          </a:ln>
        </p:spPr>
      </p:sp>
      <p:sp>
        <p:nvSpPr>
          <p:cNvPr id="17" name="Text 15"/>
          <p:cNvSpPr/>
          <p:nvPr/>
        </p:nvSpPr>
        <p:spPr>
          <a:xfrm>
            <a:off x="8549640" y="2286000"/>
            <a:ext cx="2743200" cy="365760"/>
          </a:xfrm>
          <a:prstGeom prst="rect">
            <a:avLst/>
          </a:prstGeom>
          <a:noFill/>
          <a:ln/>
        </p:spPr>
        <p:txBody>
          <a:bodyPr wrap="square" lIns="0" tIns="0" rIns="0" bIns="0" rtlCol="0" anchor="t"/>
          <a:lstStyle/>
          <a:p>
            <a:pPr indent="0" marL="0">
              <a:buNone/>
            </a:pPr>
            <a:r>
              <a:rPr lang="en-US" sz="1600" b="1" dirty="0">
                <a:solidFill>
                  <a:schemeClr val="accent2"/>
                </a:solidFill>
              </a:rPr>
              <a:t>생각해 봐요</a:t>
            </a:r>
            <a:endParaRPr lang="en-US" sz="1600" dirty="0"/>
          </a:p>
        </p:txBody>
      </p:sp>
      <p:sp>
        <p:nvSpPr>
          <p:cNvPr id="18" name="Text 16"/>
          <p:cNvSpPr/>
          <p:nvPr/>
        </p:nvSpPr>
        <p:spPr>
          <a:xfrm>
            <a:off x="8549640" y="2743200"/>
            <a:ext cx="2697480" cy="1828800"/>
          </a:xfrm>
          <a:prstGeom prst="rect">
            <a:avLst/>
          </a:prstGeom>
          <a:noFill/>
          <a:ln/>
        </p:spPr>
        <p:txBody>
          <a:bodyPr wrap="square" lIns="0" tIns="0" rIns="0" bIns="0" rtlCol="0" anchor="t"/>
          <a:lstStyle/>
          <a:p>
            <a:pPr indent="0" marL="0">
              <a:buNone/>
            </a:pPr>
            <a:r>
              <a:rPr lang="en-US" sz="2400" b="1" dirty="0">
                <a:solidFill>
                  <a:schemeClr val="tx1"/>
                </a:solidFill>
              </a:rPr>
              <a:t>글자를 알면 백성의 생활은 어떻게 달라질까요?</a:t>
            </a:r>
            <a:endParaRPr lang="en-US" sz="2400" dirty="0"/>
          </a:p>
        </p:txBody>
      </p:sp>
      <p:sp>
        <p:nvSpPr>
          <p:cNvPr id="19" name="Text 17"/>
          <p:cNvSpPr/>
          <p:nvPr/>
        </p:nvSpPr>
        <p:spPr>
          <a:xfrm>
            <a:off x="8549640" y="4892040"/>
            <a:ext cx="2743200" cy="457200"/>
          </a:xfrm>
          <a:prstGeom prst="rect">
            <a:avLst/>
          </a:prstGeom>
          <a:noFill/>
          <a:ln/>
        </p:spPr>
        <p:txBody>
          <a:bodyPr wrap="square" lIns="0" tIns="0" rIns="0" bIns="0" rtlCol="0" anchor="ctr"/>
          <a:lstStyle/>
          <a:p>
            <a:pPr indent="0" marL="0">
              <a:buNone/>
            </a:pPr>
            <a:r>
              <a:rPr lang="en-US" sz="1600" b="1" u="sng" dirty="0">
                <a:solidFill>
                  <a:schemeClr val="accent1"/>
                </a:solidFill>
                <a:hlinkClick r:id="rId1" invalidUrl="" action="" tgtFrame="" tooltip="YouTube에서 열기" history="1" highlightClick="0" endSnd="0">
                  <a:extLst>
                    <a:ext uri="{A12FA001-AC4F-418D-AE19-62706E023703}">
                      <ahyp:hlinkClr xmlns:ahyp="http://schemas.microsoft.com/office/drawing/2018/hyperlinkcolor" val="tx"/>
                    </a:ext>
                  </a:extLst>
                </a:hlinkClick>
              </a:rPr>
              <a:t>▶  영상 1:36부터</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mark-dot"/>
          <p:cNvSpPr/>
          <p:nvPr/>
        </p:nvSpPr>
        <p:spPr>
          <a:xfrm>
            <a:off x="640080" y="471830"/>
            <a:ext cx="175565" cy="175565"/>
          </a:xfrm>
          <a:prstGeom prst="ellipse">
            <a:avLst/>
          </a:prstGeom>
          <a:solidFill>
            <a:schemeClr val="accent2"/>
          </a:solidFill>
          <a:ln/>
        </p:spPr>
      </p:sp>
      <p:sp>
        <p:nvSpPr>
          <p:cNvPr id="3" name="mark-bar"/>
          <p:cNvSpPr/>
          <p:nvPr/>
        </p:nvSpPr>
        <p:spPr>
          <a:xfrm>
            <a:off x="874166" y="515722"/>
            <a:ext cx="365760" cy="87782"/>
          </a:xfrm>
          <a:prstGeom prst="roundRect">
            <a:avLst>
              <a:gd name="adj" fmla="val 50000"/>
            </a:avLst>
          </a:prstGeom>
          <a:solidFill>
            <a:schemeClr val="accent3"/>
          </a:solidFill>
          <a:ln/>
        </p:spPr>
      </p:sp>
      <p:sp>
        <p:nvSpPr>
          <p:cNvPr id="4" name="mark-stem"/>
          <p:cNvSpPr/>
          <p:nvPr/>
        </p:nvSpPr>
        <p:spPr>
          <a:xfrm>
            <a:off x="1298448" y="384048"/>
            <a:ext cx="87782" cy="351130"/>
          </a:xfrm>
          <a:prstGeom prst="roundRect">
            <a:avLst>
              <a:gd name="adj" fmla="val 50000"/>
            </a:avLst>
          </a:prstGeom>
          <a:solidFill>
            <a:schemeClr val="accent1"/>
          </a:solidFill>
          <a:ln/>
        </p:spPr>
      </p:sp>
      <p:sp>
        <p:nvSpPr>
          <p:cNvPr id="5" name="eyebrow-pill"/>
          <p:cNvSpPr/>
          <p:nvPr/>
        </p:nvSpPr>
        <p:spPr>
          <a:xfrm>
            <a:off x="1508760" y="384048"/>
            <a:ext cx="1490472" cy="384048"/>
          </a:xfrm>
          <a:prstGeom prst="roundRect">
            <a:avLst>
              <a:gd name="adj" fmla="val 50000"/>
            </a:avLst>
          </a:prstGeom>
          <a:solidFill>
            <a:schemeClr val="accent1"/>
          </a:solidFill>
          <a:ln/>
        </p:spPr>
      </p:sp>
      <p:sp>
        <p:nvSpPr>
          <p:cNvPr id="6" name="Text 4"/>
          <p:cNvSpPr/>
          <p:nvPr/>
        </p:nvSpPr>
        <p:spPr>
          <a:xfrm>
            <a:off x="1508760" y="384048"/>
            <a:ext cx="1490472" cy="384048"/>
          </a:xfrm>
          <a:prstGeom prst="rect">
            <a:avLst/>
          </a:prstGeom>
          <a:noFill/>
          <a:ln/>
        </p:spPr>
        <p:txBody>
          <a:bodyPr wrap="square" lIns="0" tIns="0" rIns="0" bIns="0" rtlCol="0" anchor="ctr"/>
          <a:lstStyle/>
          <a:p>
            <a:pPr algn="ctr" indent="0" marL="0">
              <a:buNone/>
            </a:pPr>
            <a:r>
              <a:rPr lang="en-US" sz="1400" b="1" dirty="0">
                <a:solidFill>
                  <a:schemeClr val="bg1"/>
                </a:solidFill>
              </a:rPr>
              <a:t>1 반대의 눈</a:t>
            </a:r>
            <a:endParaRPr lang="en-US" sz="1400" dirty="0"/>
          </a:p>
        </p:txBody>
      </p:sp>
      <p:sp>
        <p:nvSpPr>
          <p:cNvPr id="7" name="Text 1"/>
          <p:cNvSpPr/>
          <p:nvPr>
            <p:ph idx="101" type="title" hasCustomPrompt="1"/>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chemeClr val="tx1"/>
                </a:solidFill>
              </a:rPr>
              <a:t>왜 반대했을까?</a:t>
            </a:r>
            <a:endParaRPr lang="en-US" sz="3800" dirty="0"/>
          </a:p>
        </p:txBody>
      </p:sp>
      <p:sp>
        <p:nvSpPr>
          <p:cNvPr id="8" name="card"/>
          <p:cNvSpPr/>
          <p:nvPr/>
        </p:nvSpPr>
        <p:spPr>
          <a:xfrm>
            <a:off x="640080" y="2011680"/>
            <a:ext cx="5349240" cy="3200400"/>
          </a:xfrm>
          <a:prstGeom prst="roundRect">
            <a:avLst>
              <a:gd name="adj" fmla="val 7143"/>
            </a:avLst>
          </a:prstGeom>
          <a:solidFill>
            <a:schemeClr val="accent3">
              <a:alpha val="28000"/>
            </a:schemeClr>
          </a:solidFill>
          <a:ln/>
        </p:spPr>
      </p:sp>
      <p:sp>
        <p:nvSpPr>
          <p:cNvPr id="9" name="eye"/>
          <p:cNvSpPr/>
          <p:nvPr/>
        </p:nvSpPr>
        <p:spPr>
          <a:xfrm>
            <a:off x="960120" y="2286000"/>
            <a:ext cx="685800" cy="685800"/>
          </a:xfrm>
          <a:prstGeom prst="ellipse">
            <a:avLst/>
          </a:prstGeom>
          <a:solidFill>
            <a:schemeClr val="accent3"/>
          </a:solidFill>
          <a:ln/>
        </p:spPr>
      </p:sp>
      <p:sp>
        <p:nvSpPr>
          <p:cNvPr id="10" name="eye-white"/>
          <p:cNvSpPr/>
          <p:nvPr/>
        </p:nvSpPr>
        <p:spPr>
          <a:xfrm>
            <a:off x="1062990" y="2491740"/>
            <a:ext cx="480060" cy="274320"/>
          </a:xfrm>
          <a:prstGeom prst="ellipse">
            <a:avLst/>
          </a:prstGeom>
          <a:solidFill>
            <a:schemeClr val="bg1"/>
          </a:solidFill>
          <a:ln/>
        </p:spPr>
      </p:sp>
      <p:sp>
        <p:nvSpPr>
          <p:cNvPr id="11" name="eye-pupil"/>
          <p:cNvSpPr/>
          <p:nvPr/>
        </p:nvSpPr>
        <p:spPr>
          <a:xfrm>
            <a:off x="1213866" y="2539746"/>
            <a:ext cx="178308" cy="178308"/>
          </a:xfrm>
          <a:prstGeom prst="ellipse">
            <a:avLst/>
          </a:prstGeom>
          <a:solidFill>
            <a:schemeClr val="tx1"/>
          </a:solidFill>
          <a:ln/>
        </p:spPr>
      </p:sp>
      <p:sp>
        <p:nvSpPr>
          <p:cNvPr id="12" name="Text 10"/>
          <p:cNvSpPr/>
          <p:nvPr/>
        </p:nvSpPr>
        <p:spPr>
          <a:xfrm>
            <a:off x="1783080" y="2331720"/>
            <a:ext cx="3931920" cy="411480"/>
          </a:xfrm>
          <a:prstGeom prst="rect">
            <a:avLst/>
          </a:prstGeom>
          <a:noFill/>
          <a:ln/>
        </p:spPr>
        <p:txBody>
          <a:bodyPr wrap="square" lIns="0" tIns="0" rIns="0" bIns="0" rtlCol="0" anchor="t"/>
          <a:lstStyle/>
          <a:p>
            <a:pPr indent="0" marL="0">
              <a:buNone/>
            </a:pPr>
            <a:r>
              <a:rPr lang="en-US" sz="2200" b="1" dirty="0">
                <a:solidFill>
                  <a:schemeClr val="tx1"/>
                </a:solidFill>
              </a:rPr>
              <a:t>1444년 반대 상소</a:t>
            </a:r>
            <a:endParaRPr lang="en-US" sz="2200" dirty="0"/>
          </a:p>
        </p:txBody>
      </p:sp>
      <p:sp>
        <p:nvSpPr>
          <p:cNvPr id="13" name="Text 11"/>
          <p:cNvSpPr/>
          <p:nvPr/>
        </p:nvSpPr>
        <p:spPr>
          <a:xfrm>
            <a:off x="1783080" y="2743200"/>
            <a:ext cx="3657600" cy="320040"/>
          </a:xfrm>
          <a:prstGeom prst="rect">
            <a:avLst/>
          </a:prstGeom>
          <a:noFill/>
          <a:ln/>
        </p:spPr>
        <p:txBody>
          <a:bodyPr wrap="square" lIns="0" tIns="0" rIns="0" bIns="0" rtlCol="0" anchor="t"/>
          <a:lstStyle/>
          <a:p>
            <a:pPr indent="0" marL="0">
              <a:buNone/>
            </a:pPr>
            <a:r>
              <a:rPr lang="en-US" sz="1400" b="1" dirty="0">
                <a:solidFill>
                  <a:schemeClr val="tx2"/>
                </a:solidFill>
              </a:rPr>
              <a:t>사료 B</a:t>
            </a:r>
            <a:endParaRPr lang="en-US" sz="1400" dirty="0"/>
          </a:p>
        </p:txBody>
      </p:sp>
      <p:sp>
        <p:nvSpPr>
          <p:cNvPr id="14" name="Text 12"/>
          <p:cNvSpPr/>
          <p:nvPr/>
        </p:nvSpPr>
        <p:spPr>
          <a:xfrm>
            <a:off x="1005840" y="3337560"/>
            <a:ext cx="4754880" cy="1645920"/>
          </a:xfrm>
          <a:prstGeom prst="rect">
            <a:avLst/>
          </a:prstGeom>
          <a:noFill/>
          <a:ln/>
        </p:spPr>
        <p:txBody>
          <a:bodyPr wrap="square" lIns="0" tIns="0" rIns="0" bIns="0" rtlCol="0" anchor="t"/>
          <a:lstStyle/>
          <a:p>
            <a:pPr marL="342900" indent="-342900">
              <a:spcAft>
                <a:spcPts val="1200"/>
              </a:spcAft>
              <a:buSzPct val="100000"/>
              <a:buChar char="•"/>
            </a:pPr>
            <a:r>
              <a:rPr lang="en-US" sz="2300" dirty="0">
                <a:solidFill>
                  <a:schemeClr val="tx1"/>
                </a:solidFill>
              </a:rPr>
              <a:t>중국과의 관계가 걱정돼요</a:t>
            </a:r>
            <a:endParaRPr lang="en-US" sz="2300" dirty="0"/>
          </a:p>
          <a:p>
            <a:pPr marL="342900" indent="-342900">
              <a:spcAft>
                <a:spcPts val="1200"/>
              </a:spcAft>
              <a:buSzPct val="100000"/>
              <a:buChar char="•"/>
            </a:pPr>
            <a:r>
              <a:rPr lang="en-US" sz="2300" dirty="0">
                <a:solidFill>
                  <a:schemeClr val="tx1"/>
                </a:solidFill>
              </a:rPr>
              <a:t>한자 공부와 학문이 약해질까 걱정돼요</a:t>
            </a:r>
            <a:endParaRPr lang="en-US" sz="2300" dirty="0"/>
          </a:p>
        </p:txBody>
      </p:sp>
      <p:sp>
        <p:nvSpPr>
          <p:cNvPr id="15" name="card"/>
          <p:cNvSpPr/>
          <p:nvPr/>
        </p:nvSpPr>
        <p:spPr>
          <a:xfrm>
            <a:off x="6217920" y="2011680"/>
            <a:ext cx="5349240" cy="3200400"/>
          </a:xfrm>
          <a:prstGeom prst="roundRect">
            <a:avLst>
              <a:gd name="adj" fmla="val 7143"/>
            </a:avLst>
          </a:prstGeom>
          <a:solidFill>
            <a:schemeClr val="accent1">
              <a:alpha val="12000"/>
            </a:schemeClr>
          </a:solidFill>
          <a:ln/>
        </p:spPr>
      </p:sp>
      <p:sp>
        <p:nvSpPr>
          <p:cNvPr id="16" name="eye"/>
          <p:cNvSpPr/>
          <p:nvPr/>
        </p:nvSpPr>
        <p:spPr>
          <a:xfrm>
            <a:off x="6537960" y="2286000"/>
            <a:ext cx="685800" cy="685800"/>
          </a:xfrm>
          <a:prstGeom prst="ellipse">
            <a:avLst/>
          </a:prstGeom>
          <a:solidFill>
            <a:schemeClr val="accent1"/>
          </a:solidFill>
          <a:ln/>
        </p:spPr>
      </p:sp>
      <p:sp>
        <p:nvSpPr>
          <p:cNvPr id="17" name="eye-white"/>
          <p:cNvSpPr/>
          <p:nvPr/>
        </p:nvSpPr>
        <p:spPr>
          <a:xfrm>
            <a:off x="6640830" y="2491740"/>
            <a:ext cx="480060" cy="274320"/>
          </a:xfrm>
          <a:prstGeom prst="ellipse">
            <a:avLst/>
          </a:prstGeom>
          <a:solidFill>
            <a:schemeClr val="bg1"/>
          </a:solidFill>
          <a:ln/>
        </p:spPr>
      </p:sp>
      <p:sp>
        <p:nvSpPr>
          <p:cNvPr id="18" name="eye-pupil"/>
          <p:cNvSpPr/>
          <p:nvPr/>
        </p:nvSpPr>
        <p:spPr>
          <a:xfrm>
            <a:off x="6791706" y="2539746"/>
            <a:ext cx="178308" cy="178308"/>
          </a:xfrm>
          <a:prstGeom prst="ellipse">
            <a:avLst/>
          </a:prstGeom>
          <a:solidFill>
            <a:schemeClr val="tx1"/>
          </a:solidFill>
          <a:ln/>
        </p:spPr>
      </p:sp>
      <p:sp>
        <p:nvSpPr>
          <p:cNvPr id="19" name="Text 17"/>
          <p:cNvSpPr/>
          <p:nvPr/>
        </p:nvSpPr>
        <p:spPr>
          <a:xfrm>
            <a:off x="7360920" y="2331720"/>
            <a:ext cx="3931920" cy="411480"/>
          </a:xfrm>
          <a:prstGeom prst="rect">
            <a:avLst/>
          </a:prstGeom>
          <a:noFill/>
          <a:ln/>
        </p:spPr>
        <p:txBody>
          <a:bodyPr wrap="square" lIns="0" tIns="0" rIns="0" bIns="0" rtlCol="0" anchor="t"/>
          <a:lstStyle/>
          <a:p>
            <a:pPr indent="0" marL="0">
              <a:buNone/>
            </a:pPr>
            <a:r>
              <a:rPr lang="en-US" sz="2200" b="1" dirty="0">
                <a:solidFill>
                  <a:schemeClr val="tx1"/>
                </a:solidFill>
              </a:rPr>
              <a:t>세종의 대답 (요지)</a:t>
            </a:r>
            <a:endParaRPr lang="en-US" sz="2200" dirty="0"/>
          </a:p>
        </p:txBody>
      </p:sp>
      <p:sp>
        <p:nvSpPr>
          <p:cNvPr id="20" name="Text 18"/>
          <p:cNvSpPr/>
          <p:nvPr/>
        </p:nvSpPr>
        <p:spPr>
          <a:xfrm>
            <a:off x="6583680" y="3291840"/>
            <a:ext cx="4709160" cy="1737360"/>
          </a:xfrm>
          <a:prstGeom prst="rect">
            <a:avLst/>
          </a:prstGeom>
          <a:noFill/>
          <a:ln/>
        </p:spPr>
        <p:txBody>
          <a:bodyPr wrap="square" lIns="0" tIns="0" rIns="0" bIns="0" rtlCol="0" anchor="t"/>
          <a:lstStyle/>
          <a:p>
            <a:pPr indent="0" marL="0">
              <a:buNone/>
            </a:pPr>
            <a:r>
              <a:rPr lang="en-US" sz="2300" b="1" dirty="0">
                <a:solidFill>
                  <a:schemeClr val="tx1"/>
                </a:solidFill>
              </a:rPr>
              <a:t>이두가 백성을 편하게 하려던 것처럼, 새 글자도 백성을 편하게 하려는 것이다.</a:t>
            </a:r>
            <a:endParaRPr lang="en-US" sz="2300" dirty="0"/>
          </a:p>
        </p:txBody>
      </p:sp>
      <p:sp>
        <p:nvSpPr>
          <p:cNvPr id="21" name="Text 19"/>
          <p:cNvSpPr/>
          <p:nvPr/>
        </p:nvSpPr>
        <p:spPr>
          <a:xfrm>
            <a:off x="640080" y="5440680"/>
            <a:ext cx="7863840" cy="457200"/>
          </a:xfrm>
          <a:prstGeom prst="rect">
            <a:avLst/>
          </a:prstGeom>
          <a:noFill/>
          <a:ln/>
        </p:spPr>
        <p:txBody>
          <a:bodyPr wrap="square" lIns="0" tIns="0" rIns="0" bIns="0" rtlCol="0" anchor="ctr"/>
          <a:lstStyle/>
          <a:p>
            <a:pPr indent="0" marL="0">
              <a:buNone/>
            </a:pPr>
            <a:r>
              <a:rPr lang="en-US" sz="2200" b="1" dirty="0">
                <a:solidFill>
                  <a:schemeClr val="accent2"/>
                </a:solidFill>
              </a:rPr>
              <a:t>두 주장은 각각 무엇을 중요하게 생각했나요?</a:t>
            </a:r>
            <a:endParaRPr lang="en-US" sz="2200" dirty="0"/>
          </a:p>
        </p:txBody>
      </p:sp>
      <p:sp>
        <p:nvSpPr>
          <p:cNvPr id="22" name="Text 20"/>
          <p:cNvSpPr/>
          <p:nvPr/>
        </p:nvSpPr>
        <p:spPr>
          <a:xfrm>
            <a:off x="9052560" y="5440680"/>
            <a:ext cx="2560320" cy="457200"/>
          </a:xfrm>
          <a:prstGeom prst="rect">
            <a:avLst/>
          </a:prstGeom>
          <a:noFill/>
          <a:ln/>
        </p:spPr>
        <p:txBody>
          <a:bodyPr wrap="square" lIns="0" tIns="0" rIns="0" bIns="0" rtlCol="0" anchor="ctr"/>
          <a:lstStyle/>
          <a:p>
            <a:pPr indent="0" marL="0">
              <a:buNone/>
            </a:pPr>
            <a:r>
              <a:rPr lang="en-US" sz="1600" b="1" u="sng" dirty="0">
                <a:solidFill>
                  <a:schemeClr val="accent1"/>
                </a:solidFill>
                <a:hlinkClick r:id="rId1" invalidUrl="" action="" tgtFrame="" tooltip="YouTube에서 열기" history="1" highlightClick="0" endSnd="0">
                  <a:extLst>
                    <a:ext uri="{A12FA001-AC4F-418D-AE19-62706E023703}">
                      <ahyp:hlinkClr xmlns:ahyp="http://schemas.microsoft.com/office/drawing/2018/hyperlinkcolor" val="tx"/>
                    </a:ext>
                  </a:extLst>
                </a:hlinkClick>
              </a:rPr>
              <a:t>▶  영상 5:02부터</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mark-dot"/>
          <p:cNvSpPr/>
          <p:nvPr/>
        </p:nvSpPr>
        <p:spPr>
          <a:xfrm>
            <a:off x="640080" y="471830"/>
            <a:ext cx="175565" cy="175565"/>
          </a:xfrm>
          <a:prstGeom prst="ellipse">
            <a:avLst/>
          </a:prstGeom>
          <a:solidFill>
            <a:schemeClr val="accent2"/>
          </a:solidFill>
          <a:ln/>
        </p:spPr>
      </p:sp>
      <p:sp>
        <p:nvSpPr>
          <p:cNvPr id="3" name="mark-bar"/>
          <p:cNvSpPr/>
          <p:nvPr/>
        </p:nvSpPr>
        <p:spPr>
          <a:xfrm>
            <a:off x="874166" y="515722"/>
            <a:ext cx="365760" cy="87782"/>
          </a:xfrm>
          <a:prstGeom prst="roundRect">
            <a:avLst>
              <a:gd name="adj" fmla="val 50000"/>
            </a:avLst>
          </a:prstGeom>
          <a:solidFill>
            <a:schemeClr val="accent3"/>
          </a:solidFill>
          <a:ln/>
        </p:spPr>
      </p:sp>
      <p:sp>
        <p:nvSpPr>
          <p:cNvPr id="4" name="mark-stem"/>
          <p:cNvSpPr/>
          <p:nvPr/>
        </p:nvSpPr>
        <p:spPr>
          <a:xfrm>
            <a:off x="1298448" y="384048"/>
            <a:ext cx="87782" cy="351130"/>
          </a:xfrm>
          <a:prstGeom prst="roundRect">
            <a:avLst>
              <a:gd name="adj" fmla="val 50000"/>
            </a:avLst>
          </a:prstGeom>
          <a:solidFill>
            <a:schemeClr val="accent1"/>
          </a:solidFill>
          <a:ln/>
        </p:spPr>
      </p:sp>
      <p:sp>
        <p:nvSpPr>
          <p:cNvPr id="5" name="eyebrow-pill"/>
          <p:cNvSpPr/>
          <p:nvPr/>
        </p:nvSpPr>
        <p:spPr>
          <a:xfrm>
            <a:off x="1508760" y="384048"/>
            <a:ext cx="1490472" cy="384048"/>
          </a:xfrm>
          <a:prstGeom prst="roundRect">
            <a:avLst>
              <a:gd name="adj" fmla="val 50000"/>
            </a:avLst>
          </a:prstGeom>
          <a:solidFill>
            <a:schemeClr val="accent1"/>
          </a:solidFill>
          <a:ln/>
        </p:spPr>
      </p:sp>
      <p:sp>
        <p:nvSpPr>
          <p:cNvPr id="6" name="Text 4"/>
          <p:cNvSpPr/>
          <p:nvPr/>
        </p:nvSpPr>
        <p:spPr>
          <a:xfrm>
            <a:off x="1508760" y="384048"/>
            <a:ext cx="1490472" cy="384048"/>
          </a:xfrm>
          <a:prstGeom prst="rect">
            <a:avLst/>
          </a:prstGeom>
          <a:noFill/>
          <a:ln/>
        </p:spPr>
        <p:txBody>
          <a:bodyPr wrap="square" lIns="0" tIns="0" rIns="0" bIns="0" rtlCol="0" anchor="ctr"/>
          <a:lstStyle/>
          <a:p>
            <a:pPr algn="ctr" indent="0" marL="0">
              <a:buNone/>
            </a:pPr>
            <a:r>
              <a:rPr lang="en-US" sz="1400" b="1" dirty="0">
                <a:solidFill>
                  <a:schemeClr val="bg1"/>
                </a:solidFill>
              </a:rPr>
              <a:t>1 찬성의 눈</a:t>
            </a:r>
            <a:endParaRPr lang="en-US" sz="1400" dirty="0"/>
          </a:p>
        </p:txBody>
      </p:sp>
      <p:sp>
        <p:nvSpPr>
          <p:cNvPr id="7" name="Text 1"/>
          <p:cNvSpPr/>
          <p:nvPr>
            <p:ph idx="101" type="title" hasCustomPrompt="1"/>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chemeClr val="tx1"/>
                </a:solidFill>
              </a:rPr>
              <a:t>새 글자의 좋은 점을 알리려면?</a:t>
            </a:r>
            <a:endParaRPr lang="en-US" sz="3800" dirty="0"/>
          </a:p>
        </p:txBody>
      </p:sp>
      <p:sp>
        <p:nvSpPr>
          <p:cNvPr id="8" name="card"/>
          <p:cNvSpPr/>
          <p:nvPr/>
        </p:nvSpPr>
        <p:spPr>
          <a:xfrm>
            <a:off x="640080" y="2011680"/>
            <a:ext cx="5349240" cy="3200400"/>
          </a:xfrm>
          <a:prstGeom prst="roundRect">
            <a:avLst>
              <a:gd name="adj" fmla="val 7143"/>
            </a:avLst>
          </a:prstGeom>
          <a:solidFill>
            <a:schemeClr val="bg1"/>
          </a:solidFill>
          <a:ln w="15875">
            <a:solidFill>
              <a:srgbClr val="E4DFD2"/>
            </a:solidFill>
            <a:prstDash val="solid"/>
          </a:ln>
        </p:spPr>
      </p:sp>
      <p:sp>
        <p:nvSpPr>
          <p:cNvPr id="9" name="pill"/>
          <p:cNvSpPr/>
          <p:nvPr/>
        </p:nvSpPr>
        <p:spPr>
          <a:xfrm>
            <a:off x="960120" y="2286000"/>
            <a:ext cx="1920240" cy="457200"/>
          </a:xfrm>
          <a:prstGeom prst="roundRect">
            <a:avLst>
              <a:gd name="adj" fmla="val 50000"/>
            </a:avLst>
          </a:prstGeom>
          <a:solidFill>
            <a:schemeClr val="accent6"/>
          </a:solidFill>
          <a:ln/>
        </p:spPr>
      </p:sp>
      <p:sp>
        <p:nvSpPr>
          <p:cNvPr id="10" name="Text 8"/>
          <p:cNvSpPr/>
          <p:nvPr/>
        </p:nvSpPr>
        <p:spPr>
          <a:xfrm>
            <a:off x="960120" y="2286000"/>
            <a:ext cx="1920240" cy="457200"/>
          </a:xfrm>
          <a:prstGeom prst="rect">
            <a:avLst/>
          </a:prstGeom>
          <a:noFill/>
          <a:ln/>
        </p:spPr>
        <p:txBody>
          <a:bodyPr wrap="square" lIns="0" tIns="0" rIns="0" bIns="0" rtlCol="0" anchor="ctr"/>
          <a:lstStyle/>
          <a:p>
            <a:pPr algn="ctr" indent="0" marL="0">
              <a:buNone/>
            </a:pPr>
            <a:r>
              <a:rPr lang="en-US" sz="1600" b="1" dirty="0">
                <a:solidFill>
                  <a:schemeClr val="tx1"/>
                </a:solidFill>
              </a:rPr>
              <a:t>영상 속 상상</a:t>
            </a:r>
            <a:endParaRPr lang="en-US" sz="1600" dirty="0"/>
          </a:p>
        </p:txBody>
      </p:sp>
      <p:sp>
        <p:nvSpPr>
          <p:cNvPr id="11" name="Text 9"/>
          <p:cNvSpPr/>
          <p:nvPr/>
        </p:nvSpPr>
        <p:spPr>
          <a:xfrm>
            <a:off x="960120" y="2971800"/>
            <a:ext cx="4709160" cy="2011680"/>
          </a:xfrm>
          <a:prstGeom prst="rect">
            <a:avLst/>
          </a:prstGeom>
          <a:noFill/>
          <a:ln/>
        </p:spPr>
        <p:txBody>
          <a:bodyPr wrap="square" lIns="0" tIns="0" rIns="0" bIns="0" rtlCol="0" anchor="t"/>
          <a:lstStyle/>
          <a:p>
            <a:pPr indent="0" marL="0">
              <a:buNone/>
            </a:pPr>
            <a:r>
              <a:rPr lang="en-US" sz="2200" dirty="0">
                <a:solidFill>
                  <a:schemeClr val="tx1"/>
                </a:solidFill>
              </a:rPr>
              <a:t>똑같은 챌린지 영상이 계속 올라오자, 서당 아이들이 새 글자의 좋은 점을 직접 고민해요.</a:t>
            </a:r>
            <a:endParaRPr lang="en-US" sz="2200" dirty="0"/>
          </a:p>
        </p:txBody>
      </p:sp>
      <p:sp>
        <p:nvSpPr>
          <p:cNvPr id="12" name="card"/>
          <p:cNvSpPr/>
          <p:nvPr/>
        </p:nvSpPr>
        <p:spPr>
          <a:xfrm>
            <a:off x="6217920" y="2011680"/>
            <a:ext cx="5349240" cy="3200400"/>
          </a:xfrm>
          <a:prstGeom prst="roundRect">
            <a:avLst>
              <a:gd name="adj" fmla="val 7143"/>
            </a:avLst>
          </a:prstGeom>
          <a:solidFill>
            <a:schemeClr val="accent4">
              <a:alpha val="15000"/>
            </a:schemeClr>
          </a:solidFill>
          <a:ln/>
        </p:spPr>
      </p:sp>
      <p:sp>
        <p:nvSpPr>
          <p:cNvPr id="13" name="pill"/>
          <p:cNvSpPr/>
          <p:nvPr/>
        </p:nvSpPr>
        <p:spPr>
          <a:xfrm>
            <a:off x="6537960" y="2286000"/>
            <a:ext cx="2651760" cy="457200"/>
          </a:xfrm>
          <a:prstGeom prst="roundRect">
            <a:avLst>
              <a:gd name="adj" fmla="val 50000"/>
            </a:avLst>
          </a:prstGeom>
          <a:solidFill>
            <a:schemeClr val="accent4"/>
          </a:solidFill>
          <a:ln/>
        </p:spPr>
      </p:sp>
      <p:sp>
        <p:nvSpPr>
          <p:cNvPr id="14" name="Text 12"/>
          <p:cNvSpPr/>
          <p:nvPr/>
        </p:nvSpPr>
        <p:spPr>
          <a:xfrm>
            <a:off x="6537960" y="2286000"/>
            <a:ext cx="2651760" cy="457200"/>
          </a:xfrm>
          <a:prstGeom prst="rect">
            <a:avLst/>
          </a:prstGeom>
          <a:noFill/>
          <a:ln/>
        </p:spPr>
        <p:txBody>
          <a:bodyPr wrap="square" lIns="0" tIns="0" rIns="0" bIns="0" rtlCol="0" anchor="ctr"/>
          <a:lstStyle/>
          <a:p>
            <a:pPr algn="ctr" indent="0" marL="0">
              <a:buNone/>
            </a:pPr>
            <a:r>
              <a:rPr lang="en-US" sz="1600" b="1" dirty="0">
                <a:solidFill>
                  <a:schemeClr val="bg1"/>
                </a:solidFill>
              </a:rPr>
              <a:t>실제 기록 · 사료 E</a:t>
            </a:r>
            <a:endParaRPr lang="en-US" sz="1600" dirty="0"/>
          </a:p>
        </p:txBody>
      </p:sp>
      <p:sp>
        <p:nvSpPr>
          <p:cNvPr id="15" name="Text 13"/>
          <p:cNvSpPr/>
          <p:nvPr/>
        </p:nvSpPr>
        <p:spPr>
          <a:xfrm>
            <a:off x="6537960" y="2971800"/>
            <a:ext cx="4709160" cy="2011680"/>
          </a:xfrm>
          <a:prstGeom prst="rect">
            <a:avLst/>
          </a:prstGeom>
          <a:noFill/>
          <a:ln/>
        </p:spPr>
        <p:txBody>
          <a:bodyPr wrap="square" lIns="0" tIns="0" rIns="0" bIns="0" rtlCol="0" anchor="t"/>
          <a:lstStyle/>
          <a:p>
            <a:pPr indent="0" marL="0">
              <a:buNone/>
            </a:pPr>
            <a:r>
              <a:rPr lang="en-US" sz="2300" b="1" dirty="0">
                <a:solidFill>
                  <a:schemeClr val="tx1"/>
                </a:solidFill>
              </a:rPr>
              <a:t>한글은 편지·생활 기록·책에 쓰이며 오랜 시간에 걸쳐 생활 속으로 퍼졌어요.</a:t>
            </a:r>
            <a:endParaRPr lang="en-US" sz="2300" dirty="0"/>
          </a:p>
        </p:txBody>
      </p:sp>
      <p:sp>
        <p:nvSpPr>
          <p:cNvPr id="16" name="Text 14"/>
          <p:cNvSpPr/>
          <p:nvPr/>
        </p:nvSpPr>
        <p:spPr>
          <a:xfrm>
            <a:off x="640080" y="5440680"/>
            <a:ext cx="7863840" cy="457200"/>
          </a:xfrm>
          <a:prstGeom prst="rect">
            <a:avLst/>
          </a:prstGeom>
          <a:noFill/>
          <a:ln/>
        </p:spPr>
        <p:txBody>
          <a:bodyPr wrap="square" lIns="0" tIns="0" rIns="0" bIns="0" rtlCol="0" anchor="ctr"/>
          <a:lstStyle/>
          <a:p>
            <a:pPr indent="0" marL="0">
              <a:buNone/>
            </a:pPr>
            <a:r>
              <a:rPr lang="en-US" sz="2200" b="1" dirty="0">
                <a:solidFill>
                  <a:schemeClr val="accent2"/>
                </a:solidFill>
              </a:rPr>
              <a:t>여러분이라면 한글의 어떤 점을 알리겠어요?</a:t>
            </a:r>
            <a:endParaRPr lang="en-US" sz="2200" dirty="0"/>
          </a:p>
        </p:txBody>
      </p:sp>
      <p:sp>
        <p:nvSpPr>
          <p:cNvPr id="17" name="Text 15"/>
          <p:cNvSpPr/>
          <p:nvPr/>
        </p:nvSpPr>
        <p:spPr>
          <a:xfrm>
            <a:off x="9052560" y="5440680"/>
            <a:ext cx="2560320" cy="457200"/>
          </a:xfrm>
          <a:prstGeom prst="rect">
            <a:avLst/>
          </a:prstGeom>
          <a:noFill/>
          <a:ln/>
        </p:spPr>
        <p:txBody>
          <a:bodyPr wrap="square" lIns="0" tIns="0" rIns="0" bIns="0" rtlCol="0" anchor="ctr"/>
          <a:lstStyle/>
          <a:p>
            <a:pPr indent="0" marL="0">
              <a:buNone/>
            </a:pPr>
            <a:r>
              <a:rPr lang="en-US" sz="1600" b="1" u="sng" dirty="0">
                <a:solidFill>
                  <a:schemeClr val="accent1"/>
                </a:solidFill>
                <a:hlinkClick r:id="rId1" invalidUrl="" action="" tgtFrame="" tooltip="YouTube에서 열기" history="1" highlightClick="0" endSnd="0">
                  <a:extLst>
                    <a:ext uri="{A12FA001-AC4F-418D-AE19-62706E023703}">
                      <ahyp:hlinkClr xmlns:ahyp="http://schemas.microsoft.com/office/drawing/2018/hyperlinkcolor" val="tx"/>
                    </a:ext>
                  </a:extLst>
                </a:hlinkClick>
              </a:rPr>
              <a:t>▶  영상 8:45부터</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22960" y="1417320"/>
            <a:ext cx="2743200" cy="731520"/>
          </a:xfrm>
          <a:prstGeom prst="rect">
            <a:avLst/>
          </a:prstGeom>
          <a:noFill/>
          <a:ln/>
        </p:spPr>
        <p:txBody>
          <a:bodyPr wrap="square" lIns="0" tIns="0" rIns="0" bIns="0" rtlCol="0" anchor="t"/>
          <a:lstStyle/>
          <a:p>
            <a:pPr indent="0" marL="0">
              <a:buNone/>
            </a:pPr>
            <a:r>
              <a:rPr lang="en-US" sz="4000" b="1" dirty="0">
                <a:solidFill>
                  <a:schemeClr val="accent2"/>
                </a:solidFill>
              </a:rPr>
              <a:t>2</a:t>
            </a:r>
            <a:endParaRPr lang="en-US" sz="4000" dirty="0"/>
          </a:p>
        </p:txBody>
      </p:sp>
      <p:sp>
        <p:nvSpPr>
          <p:cNvPr id="3" name="Text 1"/>
          <p:cNvSpPr/>
          <p:nvPr>
            <p:ph idx="101" type="title" hasCustomPrompt="1"/>
          </p:nvPr>
        </p:nvSpPr>
        <p:spPr>
          <a:xfrm>
            <a:off x="822960" y="2011680"/>
            <a:ext cx="7498080" cy="2011680"/>
          </a:xfrm>
          <a:prstGeom prst="rect">
            <a:avLst/>
          </a:prstGeom>
          <a:noFill/>
          <a:ln/>
        </p:spPr>
        <p:txBody>
          <a:bodyPr wrap="square" lIns="0" tIns="0" rIns="0" bIns="0" rtlCol="0" anchor="t"/>
          <a:lstStyle/>
          <a:p>
            <a:pPr algn="l" indent="0" marL="0">
              <a:lnSpc>
                <a:spcPct val="105000"/>
              </a:lnSpc>
              <a:buNone/>
            </a:pPr>
            <a:r>
              <a:rPr lang="en-US" sz="5200" b="1" dirty="0">
                <a:solidFill>
                  <a:schemeClr val="bg1"/>
                </a:solidFill>
              </a:rPr>
              <a:t>훈민정음</a:t>
            </a:r>
            <a:endParaRPr lang="en-US" sz="5200" dirty="0"/>
          </a:p>
        </p:txBody>
      </p:sp>
      <p:sp>
        <p:nvSpPr>
          <p:cNvPr id="4" name="Text 2"/>
          <p:cNvSpPr/>
          <p:nvPr/>
        </p:nvSpPr>
        <p:spPr>
          <a:xfrm>
            <a:off x="822960" y="3063240"/>
            <a:ext cx="7132320" cy="548640"/>
          </a:xfrm>
          <a:prstGeom prst="rect">
            <a:avLst/>
          </a:prstGeom>
          <a:noFill/>
          <a:ln/>
        </p:spPr>
        <p:txBody>
          <a:bodyPr wrap="square" lIns="0" tIns="0" rIns="0" bIns="0" rtlCol="0" anchor="t"/>
          <a:lstStyle/>
          <a:p>
            <a:pPr indent="0" marL="0">
              <a:buNone/>
            </a:pPr>
            <a:r>
              <a:rPr lang="en-US" sz="2400" dirty="0">
                <a:solidFill>
                  <a:schemeClr val="bg2"/>
                </a:solidFill>
              </a:rPr>
              <a:t>訓民正音 · 백성을 가르치는 바른 소리</a:t>
            </a:r>
            <a:endParaRPr lang="en-US" sz="2400" dirty="0"/>
          </a:p>
        </p:txBody>
      </p:sp>
      <p:sp>
        <p:nvSpPr>
          <p:cNvPr id="5" name="deco-sky"/>
          <p:cNvSpPr/>
          <p:nvPr/>
        </p:nvSpPr>
        <p:spPr>
          <a:xfrm>
            <a:off x="8732520" y="822960"/>
            <a:ext cx="1920240" cy="1920240"/>
          </a:xfrm>
          <a:prstGeom prst="ellipse">
            <a:avLst/>
          </a:prstGeom>
          <a:solidFill>
            <a:schemeClr val="accent3"/>
          </a:solidFill>
          <a:ln/>
        </p:spPr>
      </p:sp>
      <p:sp>
        <p:nvSpPr>
          <p:cNvPr id="6" name="deco-earth"/>
          <p:cNvSpPr/>
          <p:nvPr/>
        </p:nvSpPr>
        <p:spPr>
          <a:xfrm>
            <a:off x="8046720" y="3977640"/>
            <a:ext cx="3566160" cy="640080"/>
          </a:xfrm>
          <a:prstGeom prst="roundRect">
            <a:avLst>
              <a:gd name="adj" fmla="val 50000"/>
            </a:avLst>
          </a:prstGeom>
          <a:solidFill>
            <a:schemeClr val="accent2"/>
          </a:solidFill>
          <a:ln/>
        </p:spPr>
      </p:sp>
      <p:sp>
        <p:nvSpPr>
          <p:cNvPr id="7" name="deco-person"/>
          <p:cNvSpPr/>
          <p:nvPr/>
        </p:nvSpPr>
        <p:spPr>
          <a:xfrm>
            <a:off x="10972800" y="1463040"/>
            <a:ext cx="640080" cy="2240280"/>
          </a:xfrm>
          <a:prstGeom prst="roundRect">
            <a:avLst>
              <a:gd name="adj" fmla="val 50000"/>
            </a:avLst>
          </a:prstGeom>
          <a:solidFill>
            <a:schemeClr val="accent1"/>
          </a:solidFill>
          <a:ln/>
        </p:spPr>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mark-dot"/>
          <p:cNvSpPr/>
          <p:nvPr/>
        </p:nvSpPr>
        <p:spPr>
          <a:xfrm>
            <a:off x="640080" y="471830"/>
            <a:ext cx="175565" cy="175565"/>
          </a:xfrm>
          <a:prstGeom prst="ellipse">
            <a:avLst/>
          </a:prstGeom>
          <a:solidFill>
            <a:schemeClr val="accent2"/>
          </a:solidFill>
          <a:ln/>
        </p:spPr>
      </p:sp>
      <p:sp>
        <p:nvSpPr>
          <p:cNvPr id="3" name="mark-bar"/>
          <p:cNvSpPr/>
          <p:nvPr/>
        </p:nvSpPr>
        <p:spPr>
          <a:xfrm>
            <a:off x="874166" y="515722"/>
            <a:ext cx="365760" cy="87782"/>
          </a:xfrm>
          <a:prstGeom prst="roundRect">
            <a:avLst>
              <a:gd name="adj" fmla="val 50000"/>
            </a:avLst>
          </a:prstGeom>
          <a:solidFill>
            <a:schemeClr val="accent3"/>
          </a:solidFill>
          <a:ln/>
        </p:spPr>
      </p:sp>
      <p:sp>
        <p:nvSpPr>
          <p:cNvPr id="4" name="mark-stem"/>
          <p:cNvSpPr/>
          <p:nvPr/>
        </p:nvSpPr>
        <p:spPr>
          <a:xfrm>
            <a:off x="1298448" y="384048"/>
            <a:ext cx="87782" cy="351130"/>
          </a:xfrm>
          <a:prstGeom prst="roundRect">
            <a:avLst>
              <a:gd name="adj" fmla="val 50000"/>
            </a:avLst>
          </a:prstGeom>
          <a:solidFill>
            <a:schemeClr val="accent1"/>
          </a:solidFill>
          <a:ln/>
        </p:spPr>
      </p:sp>
      <p:sp>
        <p:nvSpPr>
          <p:cNvPr id="5" name="eyebrow-pill"/>
          <p:cNvSpPr/>
          <p:nvPr/>
        </p:nvSpPr>
        <p:spPr>
          <a:xfrm>
            <a:off x="1508760" y="384048"/>
            <a:ext cx="1316736" cy="384048"/>
          </a:xfrm>
          <a:prstGeom prst="roundRect">
            <a:avLst>
              <a:gd name="adj" fmla="val 50000"/>
            </a:avLst>
          </a:prstGeom>
          <a:solidFill>
            <a:schemeClr val="accent2"/>
          </a:solidFill>
          <a:ln/>
        </p:spPr>
      </p:sp>
      <p:sp>
        <p:nvSpPr>
          <p:cNvPr id="6" name="Text 4"/>
          <p:cNvSpPr/>
          <p:nvPr/>
        </p:nvSpPr>
        <p:spPr>
          <a:xfrm>
            <a:off x="1508760" y="384048"/>
            <a:ext cx="1316736" cy="384048"/>
          </a:xfrm>
          <a:prstGeom prst="rect">
            <a:avLst/>
          </a:prstGeom>
          <a:noFill/>
          <a:ln/>
        </p:spPr>
        <p:txBody>
          <a:bodyPr wrap="square" lIns="0" tIns="0" rIns="0" bIns="0" rtlCol="0" anchor="ctr"/>
          <a:lstStyle/>
          <a:p>
            <a:pPr algn="ctr" indent="0" marL="0">
              <a:buNone/>
            </a:pPr>
            <a:r>
              <a:rPr lang="en-US" sz="1400" b="1" dirty="0">
                <a:solidFill>
                  <a:schemeClr val="bg1"/>
                </a:solidFill>
              </a:rPr>
              <a:t>2 훈민정음</a:t>
            </a:r>
            <a:endParaRPr lang="en-US" sz="1400" dirty="0"/>
          </a:p>
        </p:txBody>
      </p:sp>
      <p:sp>
        <p:nvSpPr>
          <p:cNvPr id="7" name="Text 1"/>
          <p:cNvSpPr/>
          <p:nvPr>
            <p:ph idx="101" type="title" hasCustomPrompt="1"/>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chemeClr val="tx1"/>
                </a:solidFill>
              </a:rPr>
              <a:t>글자 이름이자 책 이름</a:t>
            </a:r>
            <a:endParaRPr lang="en-US" sz="3800" dirty="0"/>
          </a:p>
        </p:txBody>
      </p:sp>
      <p:sp>
        <p:nvSpPr>
          <p:cNvPr id="8" name="card"/>
          <p:cNvSpPr/>
          <p:nvPr/>
        </p:nvSpPr>
        <p:spPr>
          <a:xfrm>
            <a:off x="640080" y="2011680"/>
            <a:ext cx="5349240" cy="3291840"/>
          </a:xfrm>
          <a:prstGeom prst="roundRect">
            <a:avLst>
              <a:gd name="adj" fmla="val 6944"/>
            </a:avLst>
          </a:prstGeom>
          <a:solidFill>
            <a:schemeClr val="bg1"/>
          </a:solidFill>
          <a:ln w="15875">
            <a:solidFill>
              <a:srgbClr val="E4DFD2"/>
            </a:solidFill>
            <a:prstDash val="solid"/>
          </a:ln>
        </p:spPr>
      </p:sp>
      <p:sp>
        <p:nvSpPr>
          <p:cNvPr id="9" name="jamo"/>
          <p:cNvSpPr/>
          <p:nvPr/>
        </p:nvSpPr>
        <p:spPr>
          <a:xfrm>
            <a:off x="1005840" y="2331720"/>
            <a:ext cx="1188720" cy="1188720"/>
          </a:xfrm>
          <a:prstGeom prst="roundRect">
            <a:avLst>
              <a:gd name="adj" fmla="val 15385"/>
            </a:avLst>
          </a:prstGeom>
          <a:solidFill>
            <a:schemeClr val="accent1"/>
          </a:solidFill>
          <a:ln/>
        </p:spPr>
      </p:sp>
      <p:sp>
        <p:nvSpPr>
          <p:cNvPr id="10" name="Text 8"/>
          <p:cNvSpPr/>
          <p:nvPr/>
        </p:nvSpPr>
        <p:spPr>
          <a:xfrm>
            <a:off x="1005840" y="2331720"/>
            <a:ext cx="1188720" cy="1188720"/>
          </a:xfrm>
          <a:prstGeom prst="rect">
            <a:avLst/>
          </a:prstGeom>
          <a:noFill/>
          <a:ln/>
        </p:spPr>
        <p:txBody>
          <a:bodyPr wrap="square" lIns="0" tIns="0" rIns="0" bIns="0" rtlCol="0" anchor="ctr"/>
          <a:lstStyle/>
          <a:p>
            <a:pPr algn="ctr" indent="0" marL="0">
              <a:buNone/>
            </a:pPr>
            <a:r>
              <a:rPr lang="en-US" sz="3000" b="1" dirty="0">
                <a:solidFill>
                  <a:schemeClr val="bg1"/>
                </a:solidFill>
              </a:rPr>
              <a:t>글자</a:t>
            </a:r>
            <a:endParaRPr lang="en-US" sz="3000" dirty="0"/>
          </a:p>
        </p:txBody>
      </p:sp>
      <p:sp>
        <p:nvSpPr>
          <p:cNvPr id="11" name="Text 9"/>
          <p:cNvSpPr/>
          <p:nvPr/>
        </p:nvSpPr>
        <p:spPr>
          <a:xfrm>
            <a:off x="2423160" y="2377440"/>
            <a:ext cx="3383280" cy="1097280"/>
          </a:xfrm>
          <a:prstGeom prst="rect">
            <a:avLst/>
          </a:prstGeom>
          <a:noFill/>
          <a:ln/>
        </p:spPr>
        <p:txBody>
          <a:bodyPr wrap="square" lIns="0" tIns="0" rIns="0" bIns="0" rtlCol="0" anchor="ctr"/>
          <a:lstStyle/>
          <a:p>
            <a:pPr indent="0" marL="0">
              <a:buNone/>
            </a:pPr>
            <a:r>
              <a:rPr lang="en-US" sz="2700" b="1" dirty="0">
                <a:solidFill>
                  <a:schemeClr val="tx1"/>
                </a:solidFill>
              </a:rPr>
              <a:t>훈민정음</a:t>
            </a:r>
            <a:endParaRPr lang="en-US" sz="2700" dirty="0"/>
          </a:p>
        </p:txBody>
      </p:sp>
      <p:sp>
        <p:nvSpPr>
          <p:cNvPr id="12" name="Text 10"/>
          <p:cNvSpPr/>
          <p:nvPr/>
        </p:nvSpPr>
        <p:spPr>
          <a:xfrm>
            <a:off x="1005840" y="3794760"/>
            <a:ext cx="4663440" cy="1005840"/>
          </a:xfrm>
          <a:prstGeom prst="rect">
            <a:avLst/>
          </a:prstGeom>
          <a:noFill/>
          <a:ln/>
        </p:spPr>
        <p:txBody>
          <a:bodyPr wrap="square" lIns="0" tIns="0" rIns="0" bIns="0" rtlCol="0" anchor="t"/>
          <a:lstStyle/>
          <a:p>
            <a:pPr indent="0" marL="0">
              <a:buNone/>
            </a:pPr>
            <a:r>
              <a:rPr lang="en-US" sz="2100" dirty="0">
                <a:solidFill>
                  <a:schemeClr val="tx1"/>
                </a:solidFill>
              </a:rPr>
              <a:t>1443년, 세종이 직접 만든 새 문자 28자</a:t>
            </a:r>
            <a:endParaRPr lang="en-US" sz="2100" dirty="0"/>
          </a:p>
        </p:txBody>
      </p:sp>
      <p:sp>
        <p:nvSpPr>
          <p:cNvPr id="13" name="Text 11"/>
          <p:cNvSpPr/>
          <p:nvPr/>
        </p:nvSpPr>
        <p:spPr>
          <a:xfrm>
            <a:off x="1005840" y="4800600"/>
            <a:ext cx="3657600" cy="365760"/>
          </a:xfrm>
          <a:prstGeom prst="rect">
            <a:avLst/>
          </a:prstGeom>
          <a:noFill/>
          <a:ln/>
        </p:spPr>
        <p:txBody>
          <a:bodyPr wrap="square" lIns="0" tIns="0" rIns="0" bIns="0" rtlCol="0" anchor="t"/>
          <a:lstStyle/>
          <a:p>
            <a:pPr indent="0" marL="0">
              <a:buNone/>
            </a:pPr>
            <a:r>
              <a:rPr lang="en-US" sz="1400" b="1" dirty="0">
                <a:solidFill>
                  <a:schemeClr val="accent1"/>
                </a:solidFill>
              </a:rPr>
              <a:t>사료 A</a:t>
            </a:r>
            <a:endParaRPr lang="en-US" sz="1400" dirty="0"/>
          </a:p>
        </p:txBody>
      </p:sp>
      <p:sp>
        <p:nvSpPr>
          <p:cNvPr id="14" name="card"/>
          <p:cNvSpPr/>
          <p:nvPr/>
        </p:nvSpPr>
        <p:spPr>
          <a:xfrm>
            <a:off x="6217920" y="2011680"/>
            <a:ext cx="5349240" cy="3291840"/>
          </a:xfrm>
          <a:prstGeom prst="roundRect">
            <a:avLst>
              <a:gd name="adj" fmla="val 6944"/>
            </a:avLst>
          </a:prstGeom>
          <a:solidFill>
            <a:schemeClr val="bg1"/>
          </a:solidFill>
          <a:ln w="15875">
            <a:solidFill>
              <a:srgbClr val="E4DFD2"/>
            </a:solidFill>
            <a:prstDash val="solid"/>
          </a:ln>
        </p:spPr>
      </p:sp>
      <p:sp>
        <p:nvSpPr>
          <p:cNvPr id="15" name="jamo"/>
          <p:cNvSpPr/>
          <p:nvPr/>
        </p:nvSpPr>
        <p:spPr>
          <a:xfrm>
            <a:off x="6583680" y="2331720"/>
            <a:ext cx="1188720" cy="1188720"/>
          </a:xfrm>
          <a:prstGeom prst="roundRect">
            <a:avLst>
              <a:gd name="adj" fmla="val 15385"/>
            </a:avLst>
          </a:prstGeom>
          <a:solidFill>
            <a:schemeClr val="accent2"/>
          </a:solidFill>
          <a:ln/>
        </p:spPr>
      </p:sp>
      <p:sp>
        <p:nvSpPr>
          <p:cNvPr id="16" name="Text 14"/>
          <p:cNvSpPr/>
          <p:nvPr/>
        </p:nvSpPr>
        <p:spPr>
          <a:xfrm>
            <a:off x="6583680" y="2331720"/>
            <a:ext cx="1188720" cy="1188720"/>
          </a:xfrm>
          <a:prstGeom prst="rect">
            <a:avLst/>
          </a:prstGeom>
          <a:noFill/>
          <a:ln/>
        </p:spPr>
        <p:txBody>
          <a:bodyPr wrap="square" lIns="0" tIns="0" rIns="0" bIns="0" rtlCol="0" anchor="ctr"/>
          <a:lstStyle/>
          <a:p>
            <a:pPr algn="ctr" indent="0" marL="0">
              <a:buNone/>
            </a:pPr>
            <a:r>
              <a:rPr lang="en-US" sz="3000" b="1" dirty="0">
                <a:solidFill>
                  <a:schemeClr val="bg1"/>
                </a:solidFill>
              </a:rPr>
              <a:t>책</a:t>
            </a:r>
            <a:endParaRPr lang="en-US" sz="3000" dirty="0"/>
          </a:p>
        </p:txBody>
      </p:sp>
      <p:sp>
        <p:nvSpPr>
          <p:cNvPr id="17" name="Text 15"/>
          <p:cNvSpPr/>
          <p:nvPr/>
        </p:nvSpPr>
        <p:spPr>
          <a:xfrm>
            <a:off x="8001000" y="2377440"/>
            <a:ext cx="3383280" cy="1097280"/>
          </a:xfrm>
          <a:prstGeom prst="rect">
            <a:avLst/>
          </a:prstGeom>
          <a:noFill/>
          <a:ln/>
        </p:spPr>
        <p:txBody>
          <a:bodyPr wrap="square" lIns="0" tIns="0" rIns="0" bIns="0" rtlCol="0" anchor="ctr"/>
          <a:lstStyle/>
          <a:p>
            <a:pPr indent="0" marL="0">
              <a:buNone/>
            </a:pPr>
            <a:r>
              <a:rPr lang="en-US" sz="2700" b="1" dirty="0">
                <a:solidFill>
                  <a:schemeClr val="tx1"/>
                </a:solidFill>
              </a:rPr>
              <a:t>『훈민정음』 해례본</a:t>
            </a:r>
            <a:endParaRPr lang="en-US" sz="2700" dirty="0"/>
          </a:p>
        </p:txBody>
      </p:sp>
      <p:sp>
        <p:nvSpPr>
          <p:cNvPr id="18" name="Text 16"/>
          <p:cNvSpPr/>
          <p:nvPr/>
        </p:nvSpPr>
        <p:spPr>
          <a:xfrm>
            <a:off x="6583680" y="3794760"/>
            <a:ext cx="4663440" cy="1005840"/>
          </a:xfrm>
          <a:prstGeom prst="rect">
            <a:avLst/>
          </a:prstGeom>
          <a:noFill/>
          <a:ln/>
        </p:spPr>
        <p:txBody>
          <a:bodyPr wrap="square" lIns="0" tIns="0" rIns="0" bIns="0" rtlCol="0" anchor="t"/>
          <a:lstStyle/>
          <a:p>
            <a:pPr indent="0" marL="0">
              <a:buNone/>
            </a:pPr>
            <a:r>
              <a:rPr lang="en-US" sz="2100" dirty="0">
                <a:solidFill>
                  <a:schemeClr val="tx1"/>
                </a:solidFill>
              </a:rPr>
              <a:t>1446년, 글자를 만든 목적·원리·쓰는 법과 예를 설명한 책</a:t>
            </a:r>
            <a:endParaRPr lang="en-US" sz="2100" dirty="0"/>
          </a:p>
        </p:txBody>
      </p:sp>
      <p:sp>
        <p:nvSpPr>
          <p:cNvPr id="19" name="Text 17"/>
          <p:cNvSpPr/>
          <p:nvPr/>
        </p:nvSpPr>
        <p:spPr>
          <a:xfrm>
            <a:off x="6583680" y="4800600"/>
            <a:ext cx="3657600" cy="365760"/>
          </a:xfrm>
          <a:prstGeom prst="rect">
            <a:avLst/>
          </a:prstGeom>
          <a:noFill/>
          <a:ln/>
        </p:spPr>
        <p:txBody>
          <a:bodyPr wrap="square" lIns="0" tIns="0" rIns="0" bIns="0" rtlCol="0" anchor="t"/>
          <a:lstStyle/>
          <a:p>
            <a:pPr indent="0" marL="0">
              <a:buNone/>
            </a:pPr>
            <a:r>
              <a:rPr lang="en-US" sz="1400" b="1" dirty="0">
                <a:solidFill>
                  <a:schemeClr val="accent2"/>
                </a:solidFill>
              </a:rPr>
              <a:t>사료 D</a:t>
            </a:r>
            <a:endParaRPr lang="en-US" sz="1400" dirty="0"/>
          </a:p>
        </p:txBody>
      </p:sp>
      <p:sp>
        <p:nvSpPr>
          <p:cNvPr id="20" name="Text 18"/>
          <p:cNvSpPr/>
          <p:nvPr/>
        </p:nvSpPr>
        <p:spPr>
          <a:xfrm>
            <a:off x="640080" y="5486400"/>
            <a:ext cx="10881360" cy="457200"/>
          </a:xfrm>
          <a:prstGeom prst="rect">
            <a:avLst/>
          </a:prstGeom>
          <a:noFill/>
          <a:ln/>
        </p:spPr>
        <p:txBody>
          <a:bodyPr wrap="square" lIns="0" tIns="0" rIns="0" bIns="0" rtlCol="0" anchor="ctr"/>
          <a:lstStyle/>
          <a:p>
            <a:pPr indent="0" marL="0">
              <a:buNone/>
            </a:pPr>
            <a:r>
              <a:rPr lang="en-US" sz="2200" b="1" dirty="0">
                <a:solidFill>
                  <a:schemeClr val="accent2"/>
                </a:solidFill>
              </a:rPr>
              <a:t>글자를 만든 다음, 설명하는 책은 왜 필요했을까요?</a:t>
            </a:r>
            <a:endParaRPr lang="en-US" sz="2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mark-dot"/>
          <p:cNvSpPr/>
          <p:nvPr/>
        </p:nvSpPr>
        <p:spPr>
          <a:xfrm>
            <a:off x="640080" y="471830"/>
            <a:ext cx="175565" cy="175565"/>
          </a:xfrm>
          <a:prstGeom prst="ellipse">
            <a:avLst/>
          </a:prstGeom>
          <a:solidFill>
            <a:schemeClr val="accent2"/>
          </a:solidFill>
          <a:ln/>
        </p:spPr>
      </p:sp>
      <p:sp>
        <p:nvSpPr>
          <p:cNvPr id="3" name="mark-bar"/>
          <p:cNvSpPr/>
          <p:nvPr/>
        </p:nvSpPr>
        <p:spPr>
          <a:xfrm>
            <a:off x="874166" y="515722"/>
            <a:ext cx="365760" cy="87782"/>
          </a:xfrm>
          <a:prstGeom prst="roundRect">
            <a:avLst>
              <a:gd name="adj" fmla="val 50000"/>
            </a:avLst>
          </a:prstGeom>
          <a:solidFill>
            <a:schemeClr val="accent3"/>
          </a:solidFill>
          <a:ln/>
        </p:spPr>
      </p:sp>
      <p:sp>
        <p:nvSpPr>
          <p:cNvPr id="4" name="mark-stem"/>
          <p:cNvSpPr/>
          <p:nvPr/>
        </p:nvSpPr>
        <p:spPr>
          <a:xfrm>
            <a:off x="1298448" y="384048"/>
            <a:ext cx="87782" cy="351130"/>
          </a:xfrm>
          <a:prstGeom prst="roundRect">
            <a:avLst>
              <a:gd name="adj" fmla="val 50000"/>
            </a:avLst>
          </a:prstGeom>
          <a:solidFill>
            <a:schemeClr val="accent1"/>
          </a:solidFill>
          <a:ln/>
        </p:spPr>
      </p:sp>
      <p:sp>
        <p:nvSpPr>
          <p:cNvPr id="5" name="eyebrow-pill"/>
          <p:cNvSpPr/>
          <p:nvPr/>
        </p:nvSpPr>
        <p:spPr>
          <a:xfrm>
            <a:off x="1508760" y="384048"/>
            <a:ext cx="1316736" cy="384048"/>
          </a:xfrm>
          <a:prstGeom prst="roundRect">
            <a:avLst>
              <a:gd name="adj" fmla="val 50000"/>
            </a:avLst>
          </a:prstGeom>
          <a:solidFill>
            <a:schemeClr val="accent2"/>
          </a:solidFill>
          <a:ln/>
        </p:spPr>
      </p:sp>
      <p:sp>
        <p:nvSpPr>
          <p:cNvPr id="6" name="Text 4"/>
          <p:cNvSpPr/>
          <p:nvPr/>
        </p:nvSpPr>
        <p:spPr>
          <a:xfrm>
            <a:off x="1508760" y="384048"/>
            <a:ext cx="1316736" cy="384048"/>
          </a:xfrm>
          <a:prstGeom prst="rect">
            <a:avLst/>
          </a:prstGeom>
          <a:noFill/>
          <a:ln/>
        </p:spPr>
        <p:txBody>
          <a:bodyPr wrap="square" lIns="0" tIns="0" rIns="0" bIns="0" rtlCol="0" anchor="ctr"/>
          <a:lstStyle/>
          <a:p>
            <a:pPr algn="ctr" indent="0" marL="0">
              <a:buNone/>
            </a:pPr>
            <a:r>
              <a:rPr lang="en-US" sz="1400" b="1" dirty="0">
                <a:solidFill>
                  <a:schemeClr val="bg1"/>
                </a:solidFill>
              </a:rPr>
              <a:t>2 훈민정음</a:t>
            </a:r>
            <a:endParaRPr lang="en-US" sz="1400" dirty="0"/>
          </a:p>
        </p:txBody>
      </p:sp>
      <p:sp>
        <p:nvSpPr>
          <p:cNvPr id="7" name="Text 1"/>
          <p:cNvSpPr/>
          <p:nvPr>
            <p:ph idx="101" type="title" hasCustomPrompt="1"/>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chemeClr val="tx1"/>
                </a:solidFill>
              </a:rPr>
              <a:t>소리를 합쳐 글자를 만들어요</a:t>
            </a:r>
            <a:endParaRPr lang="en-US" sz="3800" dirty="0"/>
          </a:p>
        </p:txBody>
      </p:sp>
      <p:sp>
        <p:nvSpPr>
          <p:cNvPr id="8" name="stat"/>
          <p:cNvSpPr/>
          <p:nvPr/>
        </p:nvSpPr>
        <p:spPr>
          <a:xfrm>
            <a:off x="640080" y="2011680"/>
            <a:ext cx="3291840" cy="3657600"/>
          </a:xfrm>
          <a:prstGeom prst="roundRect">
            <a:avLst>
              <a:gd name="adj" fmla="val 8333"/>
            </a:avLst>
          </a:prstGeom>
          <a:solidFill>
            <a:schemeClr val="tx1"/>
          </a:solidFill>
          <a:ln/>
        </p:spPr>
      </p:sp>
      <p:sp>
        <p:nvSpPr>
          <p:cNvPr id="9" name="Text 7"/>
          <p:cNvSpPr/>
          <p:nvPr/>
        </p:nvSpPr>
        <p:spPr>
          <a:xfrm>
            <a:off x="640080" y="2194560"/>
            <a:ext cx="3291840" cy="1463040"/>
          </a:xfrm>
          <a:prstGeom prst="rect">
            <a:avLst/>
          </a:prstGeom>
          <a:noFill/>
          <a:ln/>
        </p:spPr>
        <p:txBody>
          <a:bodyPr wrap="square" lIns="0" tIns="0" rIns="0" bIns="0" rtlCol="0" anchor="t"/>
          <a:lstStyle/>
          <a:p>
            <a:pPr algn="ctr" indent="0" marL="0">
              <a:buNone/>
            </a:pPr>
            <a:r>
              <a:rPr lang="en-US" sz="9600" b="1" dirty="0">
                <a:solidFill>
                  <a:schemeClr val="accent3"/>
                </a:solidFill>
              </a:rPr>
              <a:t>28</a:t>
            </a:r>
            <a:endParaRPr lang="en-US" sz="9600" dirty="0"/>
          </a:p>
        </p:txBody>
      </p:sp>
      <p:sp>
        <p:nvSpPr>
          <p:cNvPr id="10" name="Text 8"/>
          <p:cNvSpPr/>
          <p:nvPr/>
        </p:nvSpPr>
        <p:spPr>
          <a:xfrm>
            <a:off x="640080" y="3703320"/>
            <a:ext cx="3291840" cy="457200"/>
          </a:xfrm>
          <a:prstGeom prst="rect">
            <a:avLst/>
          </a:prstGeom>
          <a:noFill/>
          <a:ln/>
        </p:spPr>
        <p:txBody>
          <a:bodyPr wrap="square" lIns="0" tIns="0" rIns="0" bIns="0" rtlCol="0" anchor="t"/>
          <a:lstStyle/>
          <a:p>
            <a:pPr algn="ctr" indent="0" marL="0">
              <a:buNone/>
            </a:pPr>
            <a:r>
              <a:rPr lang="en-US" sz="2200" b="1" dirty="0">
                <a:solidFill>
                  <a:schemeClr val="bg1"/>
                </a:solidFill>
              </a:rPr>
              <a:t>처음 만든 글자</a:t>
            </a:r>
            <a:endParaRPr lang="en-US" sz="2200" dirty="0"/>
          </a:p>
        </p:txBody>
      </p:sp>
      <p:sp>
        <p:nvSpPr>
          <p:cNvPr id="11" name="Text 9"/>
          <p:cNvSpPr/>
          <p:nvPr/>
        </p:nvSpPr>
        <p:spPr>
          <a:xfrm>
            <a:off x="640080" y="4297680"/>
            <a:ext cx="3291840" cy="914400"/>
          </a:xfrm>
          <a:prstGeom prst="rect">
            <a:avLst/>
          </a:prstGeom>
          <a:noFill/>
          <a:ln/>
        </p:spPr>
        <p:txBody>
          <a:bodyPr wrap="square" lIns="0" tIns="0" rIns="0" bIns="0" rtlCol="0" anchor="t"/>
          <a:lstStyle/>
          <a:p>
            <a:pPr algn="ctr" indent="0" marL="0">
              <a:buNone/>
            </a:pPr>
            <a:r>
              <a:rPr lang="en-US" sz="1700" dirty="0">
                <a:solidFill>
                  <a:schemeClr val="bg2"/>
                </a:solidFill>
              </a:rPr>
              <a:t>초성 17자 + 중성 11자</a:t>
            </a:r>
            <a:endParaRPr lang="en-US" sz="1700" dirty="0"/>
          </a:p>
          <a:p>
            <a:pPr algn="ctr" indent="0" marL="0">
              <a:buNone/>
            </a:pPr>
            <a:r>
              <a:rPr lang="en-US" sz="1700" dirty="0">
                <a:solidFill>
                  <a:schemeClr val="bg2"/>
                </a:solidFill>
              </a:rPr>
              <a:t>오늘날은 24자를 써요</a:t>
            </a:r>
            <a:endParaRPr lang="en-US" sz="1700" dirty="0"/>
          </a:p>
        </p:txBody>
      </p:sp>
      <p:sp>
        <p:nvSpPr>
          <p:cNvPr id="12" name="jamo"/>
          <p:cNvSpPr/>
          <p:nvPr/>
        </p:nvSpPr>
        <p:spPr>
          <a:xfrm>
            <a:off x="4480560" y="2011680"/>
            <a:ext cx="1097280" cy="1097280"/>
          </a:xfrm>
          <a:prstGeom prst="roundRect">
            <a:avLst>
              <a:gd name="adj" fmla="val 16667"/>
            </a:avLst>
          </a:prstGeom>
          <a:solidFill>
            <a:schemeClr val="accent1">
              <a:alpha val="30000"/>
            </a:schemeClr>
          </a:solidFill>
          <a:ln/>
        </p:spPr>
      </p:sp>
      <p:sp>
        <p:nvSpPr>
          <p:cNvPr id="13" name="Text 11"/>
          <p:cNvSpPr/>
          <p:nvPr/>
        </p:nvSpPr>
        <p:spPr>
          <a:xfrm>
            <a:off x="4480560" y="2011680"/>
            <a:ext cx="1097280" cy="1097280"/>
          </a:xfrm>
          <a:prstGeom prst="rect">
            <a:avLst/>
          </a:prstGeom>
          <a:noFill/>
          <a:ln/>
        </p:spPr>
        <p:txBody>
          <a:bodyPr wrap="square" lIns="0" tIns="0" rIns="0" bIns="0" rtlCol="0" anchor="ctr"/>
          <a:lstStyle/>
          <a:p>
            <a:pPr algn="ctr" indent="0" marL="0">
              <a:buNone/>
            </a:pPr>
            <a:r>
              <a:rPr lang="en-US" sz="4800" b="1" dirty="0">
                <a:solidFill>
                  <a:schemeClr val="tx1"/>
                </a:solidFill>
              </a:rPr>
              <a:t>ㅎ</a:t>
            </a:r>
            <a:endParaRPr lang="en-US" sz="4800" dirty="0"/>
          </a:p>
        </p:txBody>
      </p:sp>
      <p:sp>
        <p:nvSpPr>
          <p:cNvPr id="14" name="Text 12"/>
          <p:cNvSpPr/>
          <p:nvPr/>
        </p:nvSpPr>
        <p:spPr>
          <a:xfrm>
            <a:off x="4480560" y="3127248"/>
            <a:ext cx="1097280" cy="365760"/>
          </a:xfrm>
          <a:prstGeom prst="rect">
            <a:avLst/>
          </a:prstGeom>
          <a:noFill/>
          <a:ln/>
        </p:spPr>
        <p:txBody>
          <a:bodyPr wrap="square" lIns="0" tIns="0" rIns="0" bIns="0" rtlCol="0" anchor="t"/>
          <a:lstStyle/>
          <a:p>
            <a:pPr algn="ctr" indent="0" marL="0">
              <a:buNone/>
            </a:pPr>
            <a:r>
              <a:rPr lang="en-US" sz="1500" b="1" dirty="0">
                <a:solidFill>
                  <a:schemeClr val="tx2"/>
                </a:solidFill>
              </a:rPr>
              <a:t>첫소리</a:t>
            </a:r>
            <a:endParaRPr lang="en-US" sz="1500" dirty="0"/>
          </a:p>
        </p:txBody>
      </p:sp>
      <p:sp>
        <p:nvSpPr>
          <p:cNvPr id="15" name="Text 13"/>
          <p:cNvSpPr/>
          <p:nvPr/>
        </p:nvSpPr>
        <p:spPr>
          <a:xfrm>
            <a:off x="5577840" y="2011680"/>
            <a:ext cx="548640" cy="1097280"/>
          </a:xfrm>
          <a:prstGeom prst="rect">
            <a:avLst/>
          </a:prstGeom>
          <a:noFill/>
          <a:ln/>
        </p:spPr>
        <p:txBody>
          <a:bodyPr wrap="square" lIns="0" tIns="0" rIns="0" bIns="0" rtlCol="0" anchor="ctr"/>
          <a:lstStyle/>
          <a:p>
            <a:pPr algn="ctr" indent="0" marL="0">
              <a:buNone/>
            </a:pPr>
            <a:r>
              <a:rPr lang="en-US" sz="3600" b="1" dirty="0">
                <a:solidFill>
                  <a:schemeClr val="tx2"/>
                </a:solidFill>
              </a:rPr>
              <a:t>+</a:t>
            </a:r>
            <a:endParaRPr lang="en-US" sz="3600" dirty="0"/>
          </a:p>
        </p:txBody>
      </p:sp>
      <p:sp>
        <p:nvSpPr>
          <p:cNvPr id="16" name="jamo"/>
          <p:cNvSpPr/>
          <p:nvPr/>
        </p:nvSpPr>
        <p:spPr>
          <a:xfrm>
            <a:off x="6126480" y="2011680"/>
            <a:ext cx="1097280" cy="1097280"/>
          </a:xfrm>
          <a:prstGeom prst="roundRect">
            <a:avLst>
              <a:gd name="adj" fmla="val 16667"/>
            </a:avLst>
          </a:prstGeom>
          <a:solidFill>
            <a:schemeClr val="accent2">
              <a:alpha val="30000"/>
            </a:schemeClr>
          </a:solidFill>
          <a:ln/>
        </p:spPr>
      </p:sp>
      <p:sp>
        <p:nvSpPr>
          <p:cNvPr id="17" name="Text 15"/>
          <p:cNvSpPr/>
          <p:nvPr/>
        </p:nvSpPr>
        <p:spPr>
          <a:xfrm>
            <a:off x="6126480" y="2011680"/>
            <a:ext cx="1097280" cy="1097280"/>
          </a:xfrm>
          <a:prstGeom prst="rect">
            <a:avLst/>
          </a:prstGeom>
          <a:noFill/>
          <a:ln/>
        </p:spPr>
        <p:txBody>
          <a:bodyPr wrap="square" lIns="0" tIns="0" rIns="0" bIns="0" rtlCol="0" anchor="ctr"/>
          <a:lstStyle/>
          <a:p>
            <a:pPr algn="ctr" indent="0" marL="0">
              <a:buNone/>
            </a:pPr>
            <a:r>
              <a:rPr lang="en-US" sz="4800" b="1" dirty="0">
                <a:solidFill>
                  <a:schemeClr val="tx1"/>
                </a:solidFill>
              </a:rPr>
              <a:t>ㅏ</a:t>
            </a:r>
            <a:endParaRPr lang="en-US" sz="4800" dirty="0"/>
          </a:p>
        </p:txBody>
      </p:sp>
      <p:sp>
        <p:nvSpPr>
          <p:cNvPr id="18" name="Text 16"/>
          <p:cNvSpPr/>
          <p:nvPr/>
        </p:nvSpPr>
        <p:spPr>
          <a:xfrm>
            <a:off x="6126480" y="3127248"/>
            <a:ext cx="1097280" cy="365760"/>
          </a:xfrm>
          <a:prstGeom prst="rect">
            <a:avLst/>
          </a:prstGeom>
          <a:noFill/>
          <a:ln/>
        </p:spPr>
        <p:txBody>
          <a:bodyPr wrap="square" lIns="0" tIns="0" rIns="0" bIns="0" rtlCol="0" anchor="t"/>
          <a:lstStyle/>
          <a:p>
            <a:pPr algn="ctr" indent="0" marL="0">
              <a:buNone/>
            </a:pPr>
            <a:r>
              <a:rPr lang="en-US" sz="1500" b="1" dirty="0">
                <a:solidFill>
                  <a:schemeClr val="tx2"/>
                </a:solidFill>
              </a:rPr>
              <a:t>가운뎃소리</a:t>
            </a:r>
            <a:endParaRPr lang="en-US" sz="1500" dirty="0"/>
          </a:p>
        </p:txBody>
      </p:sp>
      <p:sp>
        <p:nvSpPr>
          <p:cNvPr id="19" name="Text 17"/>
          <p:cNvSpPr/>
          <p:nvPr/>
        </p:nvSpPr>
        <p:spPr>
          <a:xfrm>
            <a:off x="7223760" y="2011680"/>
            <a:ext cx="548640" cy="1097280"/>
          </a:xfrm>
          <a:prstGeom prst="rect">
            <a:avLst/>
          </a:prstGeom>
          <a:noFill/>
          <a:ln/>
        </p:spPr>
        <p:txBody>
          <a:bodyPr wrap="square" lIns="0" tIns="0" rIns="0" bIns="0" rtlCol="0" anchor="ctr"/>
          <a:lstStyle/>
          <a:p>
            <a:pPr algn="ctr" indent="0" marL="0">
              <a:buNone/>
            </a:pPr>
            <a:r>
              <a:rPr lang="en-US" sz="3600" b="1" dirty="0">
                <a:solidFill>
                  <a:schemeClr val="tx2"/>
                </a:solidFill>
              </a:rPr>
              <a:t>+</a:t>
            </a:r>
            <a:endParaRPr lang="en-US" sz="3600" dirty="0"/>
          </a:p>
        </p:txBody>
      </p:sp>
      <p:sp>
        <p:nvSpPr>
          <p:cNvPr id="20" name="jamo"/>
          <p:cNvSpPr/>
          <p:nvPr/>
        </p:nvSpPr>
        <p:spPr>
          <a:xfrm>
            <a:off x="7772400" y="2011680"/>
            <a:ext cx="1097280" cy="1097280"/>
          </a:xfrm>
          <a:prstGeom prst="roundRect">
            <a:avLst>
              <a:gd name="adj" fmla="val 16667"/>
            </a:avLst>
          </a:prstGeom>
          <a:solidFill>
            <a:schemeClr val="accent1">
              <a:alpha val="30000"/>
            </a:schemeClr>
          </a:solidFill>
          <a:ln/>
        </p:spPr>
      </p:sp>
      <p:sp>
        <p:nvSpPr>
          <p:cNvPr id="21" name="Text 19"/>
          <p:cNvSpPr/>
          <p:nvPr/>
        </p:nvSpPr>
        <p:spPr>
          <a:xfrm>
            <a:off x="7772400" y="2011680"/>
            <a:ext cx="1097280" cy="1097280"/>
          </a:xfrm>
          <a:prstGeom prst="rect">
            <a:avLst/>
          </a:prstGeom>
          <a:noFill/>
          <a:ln/>
        </p:spPr>
        <p:txBody>
          <a:bodyPr wrap="square" lIns="0" tIns="0" rIns="0" bIns="0" rtlCol="0" anchor="ctr"/>
          <a:lstStyle/>
          <a:p>
            <a:pPr algn="ctr" indent="0" marL="0">
              <a:buNone/>
            </a:pPr>
            <a:r>
              <a:rPr lang="en-US" sz="4800" b="1" dirty="0">
                <a:solidFill>
                  <a:schemeClr val="tx1"/>
                </a:solidFill>
              </a:rPr>
              <a:t>ㄴ</a:t>
            </a:r>
            <a:endParaRPr lang="en-US" sz="4800" dirty="0"/>
          </a:p>
        </p:txBody>
      </p:sp>
      <p:sp>
        <p:nvSpPr>
          <p:cNvPr id="22" name="Text 20"/>
          <p:cNvSpPr/>
          <p:nvPr/>
        </p:nvSpPr>
        <p:spPr>
          <a:xfrm>
            <a:off x="7772400" y="3127248"/>
            <a:ext cx="1097280" cy="365760"/>
          </a:xfrm>
          <a:prstGeom prst="rect">
            <a:avLst/>
          </a:prstGeom>
          <a:noFill/>
          <a:ln/>
        </p:spPr>
        <p:txBody>
          <a:bodyPr wrap="square" lIns="0" tIns="0" rIns="0" bIns="0" rtlCol="0" anchor="t"/>
          <a:lstStyle/>
          <a:p>
            <a:pPr algn="ctr" indent="0" marL="0">
              <a:buNone/>
            </a:pPr>
            <a:r>
              <a:rPr lang="en-US" sz="1500" b="1" dirty="0">
                <a:solidFill>
                  <a:schemeClr val="tx2"/>
                </a:solidFill>
              </a:rPr>
              <a:t>끝소리</a:t>
            </a:r>
            <a:endParaRPr lang="en-US" sz="1500" dirty="0"/>
          </a:p>
        </p:txBody>
      </p:sp>
      <p:sp>
        <p:nvSpPr>
          <p:cNvPr id="23" name="Text 21"/>
          <p:cNvSpPr/>
          <p:nvPr/>
        </p:nvSpPr>
        <p:spPr>
          <a:xfrm>
            <a:off x="8869680" y="2011680"/>
            <a:ext cx="548640" cy="1097280"/>
          </a:xfrm>
          <a:prstGeom prst="rect">
            <a:avLst/>
          </a:prstGeom>
          <a:noFill/>
          <a:ln/>
        </p:spPr>
        <p:txBody>
          <a:bodyPr wrap="square" lIns="0" tIns="0" rIns="0" bIns="0" rtlCol="0" anchor="ctr"/>
          <a:lstStyle/>
          <a:p>
            <a:pPr algn="ctr" indent="0" marL="0">
              <a:buNone/>
            </a:pPr>
            <a:r>
              <a:rPr lang="en-US" sz="3600" b="1" dirty="0">
                <a:solidFill>
                  <a:schemeClr val="tx2"/>
                </a:solidFill>
              </a:rPr>
              <a:t>=</a:t>
            </a:r>
            <a:endParaRPr lang="en-US" sz="3600" dirty="0"/>
          </a:p>
        </p:txBody>
      </p:sp>
      <p:sp>
        <p:nvSpPr>
          <p:cNvPr id="24" name="jamo"/>
          <p:cNvSpPr/>
          <p:nvPr/>
        </p:nvSpPr>
        <p:spPr>
          <a:xfrm>
            <a:off x="9418320" y="2011680"/>
            <a:ext cx="1097280" cy="1097280"/>
          </a:xfrm>
          <a:prstGeom prst="roundRect">
            <a:avLst>
              <a:gd name="adj" fmla="val 16667"/>
            </a:avLst>
          </a:prstGeom>
          <a:solidFill>
            <a:schemeClr val="accent3"/>
          </a:solidFill>
          <a:ln/>
        </p:spPr>
      </p:sp>
      <p:sp>
        <p:nvSpPr>
          <p:cNvPr id="25" name="Text 23"/>
          <p:cNvSpPr/>
          <p:nvPr/>
        </p:nvSpPr>
        <p:spPr>
          <a:xfrm>
            <a:off x="9418320" y="2011680"/>
            <a:ext cx="1097280" cy="1097280"/>
          </a:xfrm>
          <a:prstGeom prst="rect">
            <a:avLst/>
          </a:prstGeom>
          <a:noFill/>
          <a:ln/>
        </p:spPr>
        <p:txBody>
          <a:bodyPr wrap="square" lIns="0" tIns="0" rIns="0" bIns="0" rtlCol="0" anchor="ctr"/>
          <a:lstStyle/>
          <a:p>
            <a:pPr algn="ctr" indent="0" marL="0">
              <a:buNone/>
            </a:pPr>
            <a:r>
              <a:rPr lang="en-US" sz="5200" b="1" dirty="0">
                <a:solidFill>
                  <a:schemeClr val="tx1"/>
                </a:solidFill>
              </a:rPr>
              <a:t>한</a:t>
            </a:r>
            <a:endParaRPr lang="en-US" sz="5200" dirty="0"/>
          </a:p>
        </p:txBody>
      </p:sp>
      <p:sp>
        <p:nvSpPr>
          <p:cNvPr id="26" name="jamo"/>
          <p:cNvSpPr/>
          <p:nvPr/>
        </p:nvSpPr>
        <p:spPr>
          <a:xfrm>
            <a:off x="4480560" y="3749040"/>
            <a:ext cx="1097280" cy="1097280"/>
          </a:xfrm>
          <a:prstGeom prst="roundRect">
            <a:avLst>
              <a:gd name="adj" fmla="val 16667"/>
            </a:avLst>
          </a:prstGeom>
          <a:solidFill>
            <a:schemeClr val="accent1">
              <a:alpha val="30000"/>
            </a:schemeClr>
          </a:solidFill>
          <a:ln/>
        </p:spPr>
      </p:sp>
      <p:sp>
        <p:nvSpPr>
          <p:cNvPr id="27" name="Text 25"/>
          <p:cNvSpPr/>
          <p:nvPr/>
        </p:nvSpPr>
        <p:spPr>
          <a:xfrm>
            <a:off x="4480560" y="3749040"/>
            <a:ext cx="1097280" cy="1097280"/>
          </a:xfrm>
          <a:prstGeom prst="rect">
            <a:avLst/>
          </a:prstGeom>
          <a:noFill/>
          <a:ln/>
        </p:spPr>
        <p:txBody>
          <a:bodyPr wrap="square" lIns="0" tIns="0" rIns="0" bIns="0" rtlCol="0" anchor="ctr"/>
          <a:lstStyle/>
          <a:p>
            <a:pPr algn="ctr" indent="0" marL="0">
              <a:buNone/>
            </a:pPr>
            <a:r>
              <a:rPr lang="en-US" sz="4800" b="1" dirty="0">
                <a:solidFill>
                  <a:schemeClr val="tx1"/>
                </a:solidFill>
              </a:rPr>
              <a:t>ㄱ</a:t>
            </a:r>
            <a:endParaRPr lang="en-US" sz="4800" dirty="0"/>
          </a:p>
        </p:txBody>
      </p:sp>
      <p:sp>
        <p:nvSpPr>
          <p:cNvPr id="28" name="Text 26"/>
          <p:cNvSpPr/>
          <p:nvPr/>
        </p:nvSpPr>
        <p:spPr>
          <a:xfrm>
            <a:off x="4480560" y="4864608"/>
            <a:ext cx="1097280" cy="365760"/>
          </a:xfrm>
          <a:prstGeom prst="rect">
            <a:avLst/>
          </a:prstGeom>
          <a:noFill/>
          <a:ln/>
        </p:spPr>
        <p:txBody>
          <a:bodyPr wrap="square" lIns="0" tIns="0" rIns="0" bIns="0" rtlCol="0" anchor="t"/>
          <a:lstStyle/>
          <a:p>
            <a:pPr algn="ctr" indent="0" marL="0">
              <a:buNone/>
            </a:pPr>
            <a:r>
              <a:rPr lang="en-US" sz="1500" b="1" dirty="0">
                <a:solidFill>
                  <a:schemeClr val="tx2"/>
                </a:solidFill>
              </a:rPr>
              <a:t>첫소리</a:t>
            </a:r>
            <a:endParaRPr lang="en-US" sz="1500" dirty="0"/>
          </a:p>
        </p:txBody>
      </p:sp>
      <p:sp>
        <p:nvSpPr>
          <p:cNvPr id="29" name="Text 27"/>
          <p:cNvSpPr/>
          <p:nvPr/>
        </p:nvSpPr>
        <p:spPr>
          <a:xfrm>
            <a:off x="5577840" y="3749040"/>
            <a:ext cx="548640" cy="1097280"/>
          </a:xfrm>
          <a:prstGeom prst="rect">
            <a:avLst/>
          </a:prstGeom>
          <a:noFill/>
          <a:ln/>
        </p:spPr>
        <p:txBody>
          <a:bodyPr wrap="square" lIns="0" tIns="0" rIns="0" bIns="0" rtlCol="0" anchor="ctr"/>
          <a:lstStyle/>
          <a:p>
            <a:pPr algn="ctr" indent="0" marL="0">
              <a:buNone/>
            </a:pPr>
            <a:r>
              <a:rPr lang="en-US" sz="3600" b="1" dirty="0">
                <a:solidFill>
                  <a:schemeClr val="tx2"/>
                </a:solidFill>
              </a:rPr>
              <a:t>+</a:t>
            </a:r>
            <a:endParaRPr lang="en-US" sz="3600" dirty="0"/>
          </a:p>
        </p:txBody>
      </p:sp>
      <p:sp>
        <p:nvSpPr>
          <p:cNvPr id="30" name="jamo"/>
          <p:cNvSpPr/>
          <p:nvPr/>
        </p:nvSpPr>
        <p:spPr>
          <a:xfrm>
            <a:off x="6126480" y="3749040"/>
            <a:ext cx="1097280" cy="1097280"/>
          </a:xfrm>
          <a:prstGeom prst="roundRect">
            <a:avLst>
              <a:gd name="adj" fmla="val 16667"/>
            </a:avLst>
          </a:prstGeom>
          <a:solidFill>
            <a:schemeClr val="accent2">
              <a:alpha val="30000"/>
            </a:schemeClr>
          </a:solidFill>
          <a:ln/>
        </p:spPr>
      </p:sp>
      <p:sp>
        <p:nvSpPr>
          <p:cNvPr id="31" name="Text 29"/>
          <p:cNvSpPr/>
          <p:nvPr/>
        </p:nvSpPr>
        <p:spPr>
          <a:xfrm>
            <a:off x="6126480" y="3749040"/>
            <a:ext cx="1097280" cy="1097280"/>
          </a:xfrm>
          <a:prstGeom prst="rect">
            <a:avLst/>
          </a:prstGeom>
          <a:noFill/>
          <a:ln/>
        </p:spPr>
        <p:txBody>
          <a:bodyPr wrap="square" lIns="0" tIns="0" rIns="0" bIns="0" rtlCol="0" anchor="ctr"/>
          <a:lstStyle/>
          <a:p>
            <a:pPr algn="ctr" indent="0" marL="0">
              <a:buNone/>
            </a:pPr>
            <a:r>
              <a:rPr lang="en-US" sz="4800" b="1" dirty="0">
                <a:solidFill>
                  <a:schemeClr val="tx1"/>
                </a:solidFill>
              </a:rPr>
              <a:t>ㅡ</a:t>
            </a:r>
            <a:endParaRPr lang="en-US" sz="4800" dirty="0"/>
          </a:p>
        </p:txBody>
      </p:sp>
      <p:sp>
        <p:nvSpPr>
          <p:cNvPr id="32" name="Text 30"/>
          <p:cNvSpPr/>
          <p:nvPr/>
        </p:nvSpPr>
        <p:spPr>
          <a:xfrm>
            <a:off x="6126480" y="4864608"/>
            <a:ext cx="1097280" cy="365760"/>
          </a:xfrm>
          <a:prstGeom prst="rect">
            <a:avLst/>
          </a:prstGeom>
          <a:noFill/>
          <a:ln/>
        </p:spPr>
        <p:txBody>
          <a:bodyPr wrap="square" lIns="0" tIns="0" rIns="0" bIns="0" rtlCol="0" anchor="t"/>
          <a:lstStyle/>
          <a:p>
            <a:pPr algn="ctr" indent="0" marL="0">
              <a:buNone/>
            </a:pPr>
            <a:r>
              <a:rPr lang="en-US" sz="1500" b="1" dirty="0">
                <a:solidFill>
                  <a:schemeClr val="tx2"/>
                </a:solidFill>
              </a:rPr>
              <a:t>가운뎃소리</a:t>
            </a:r>
            <a:endParaRPr lang="en-US" sz="1500" dirty="0"/>
          </a:p>
        </p:txBody>
      </p:sp>
      <p:sp>
        <p:nvSpPr>
          <p:cNvPr id="33" name="Text 31"/>
          <p:cNvSpPr/>
          <p:nvPr/>
        </p:nvSpPr>
        <p:spPr>
          <a:xfrm>
            <a:off x="7223760" y="3749040"/>
            <a:ext cx="548640" cy="1097280"/>
          </a:xfrm>
          <a:prstGeom prst="rect">
            <a:avLst/>
          </a:prstGeom>
          <a:noFill/>
          <a:ln/>
        </p:spPr>
        <p:txBody>
          <a:bodyPr wrap="square" lIns="0" tIns="0" rIns="0" bIns="0" rtlCol="0" anchor="ctr"/>
          <a:lstStyle/>
          <a:p>
            <a:pPr algn="ctr" indent="0" marL="0">
              <a:buNone/>
            </a:pPr>
            <a:r>
              <a:rPr lang="en-US" sz="3600" b="1" dirty="0">
                <a:solidFill>
                  <a:schemeClr val="tx2"/>
                </a:solidFill>
              </a:rPr>
              <a:t>+</a:t>
            </a:r>
            <a:endParaRPr lang="en-US" sz="3600" dirty="0"/>
          </a:p>
        </p:txBody>
      </p:sp>
      <p:sp>
        <p:nvSpPr>
          <p:cNvPr id="34" name="jamo"/>
          <p:cNvSpPr/>
          <p:nvPr/>
        </p:nvSpPr>
        <p:spPr>
          <a:xfrm>
            <a:off x="7772400" y="3749040"/>
            <a:ext cx="1097280" cy="1097280"/>
          </a:xfrm>
          <a:prstGeom prst="roundRect">
            <a:avLst>
              <a:gd name="adj" fmla="val 16667"/>
            </a:avLst>
          </a:prstGeom>
          <a:solidFill>
            <a:schemeClr val="accent1">
              <a:alpha val="30000"/>
            </a:schemeClr>
          </a:solidFill>
          <a:ln/>
        </p:spPr>
      </p:sp>
      <p:sp>
        <p:nvSpPr>
          <p:cNvPr id="35" name="Text 33"/>
          <p:cNvSpPr/>
          <p:nvPr/>
        </p:nvSpPr>
        <p:spPr>
          <a:xfrm>
            <a:off x="7772400" y="3749040"/>
            <a:ext cx="1097280" cy="1097280"/>
          </a:xfrm>
          <a:prstGeom prst="rect">
            <a:avLst/>
          </a:prstGeom>
          <a:noFill/>
          <a:ln/>
        </p:spPr>
        <p:txBody>
          <a:bodyPr wrap="square" lIns="0" tIns="0" rIns="0" bIns="0" rtlCol="0" anchor="ctr"/>
          <a:lstStyle/>
          <a:p>
            <a:pPr algn="ctr" indent="0" marL="0">
              <a:buNone/>
            </a:pPr>
            <a:r>
              <a:rPr lang="en-US" sz="4800" b="1" dirty="0">
                <a:solidFill>
                  <a:schemeClr val="tx1"/>
                </a:solidFill>
              </a:rPr>
              <a:t>ㄹ</a:t>
            </a:r>
            <a:endParaRPr lang="en-US" sz="4800" dirty="0"/>
          </a:p>
        </p:txBody>
      </p:sp>
      <p:sp>
        <p:nvSpPr>
          <p:cNvPr id="36" name="Text 34"/>
          <p:cNvSpPr/>
          <p:nvPr/>
        </p:nvSpPr>
        <p:spPr>
          <a:xfrm>
            <a:off x="7772400" y="4864608"/>
            <a:ext cx="1097280" cy="365760"/>
          </a:xfrm>
          <a:prstGeom prst="rect">
            <a:avLst/>
          </a:prstGeom>
          <a:noFill/>
          <a:ln/>
        </p:spPr>
        <p:txBody>
          <a:bodyPr wrap="square" lIns="0" tIns="0" rIns="0" bIns="0" rtlCol="0" anchor="t"/>
          <a:lstStyle/>
          <a:p>
            <a:pPr algn="ctr" indent="0" marL="0">
              <a:buNone/>
            </a:pPr>
            <a:r>
              <a:rPr lang="en-US" sz="1500" b="1" dirty="0">
                <a:solidFill>
                  <a:schemeClr val="tx2"/>
                </a:solidFill>
              </a:rPr>
              <a:t>끝소리</a:t>
            </a:r>
            <a:endParaRPr lang="en-US" sz="1500" dirty="0"/>
          </a:p>
        </p:txBody>
      </p:sp>
      <p:sp>
        <p:nvSpPr>
          <p:cNvPr id="37" name="Text 35"/>
          <p:cNvSpPr/>
          <p:nvPr/>
        </p:nvSpPr>
        <p:spPr>
          <a:xfrm>
            <a:off x="8869680" y="3749040"/>
            <a:ext cx="548640" cy="1097280"/>
          </a:xfrm>
          <a:prstGeom prst="rect">
            <a:avLst/>
          </a:prstGeom>
          <a:noFill/>
          <a:ln/>
        </p:spPr>
        <p:txBody>
          <a:bodyPr wrap="square" lIns="0" tIns="0" rIns="0" bIns="0" rtlCol="0" anchor="ctr"/>
          <a:lstStyle/>
          <a:p>
            <a:pPr algn="ctr" indent="0" marL="0">
              <a:buNone/>
            </a:pPr>
            <a:r>
              <a:rPr lang="en-US" sz="3600" b="1" dirty="0">
                <a:solidFill>
                  <a:schemeClr val="tx2"/>
                </a:solidFill>
              </a:rPr>
              <a:t>=</a:t>
            </a:r>
            <a:endParaRPr lang="en-US" sz="3600" dirty="0"/>
          </a:p>
        </p:txBody>
      </p:sp>
      <p:sp>
        <p:nvSpPr>
          <p:cNvPr id="38" name="jamo"/>
          <p:cNvSpPr/>
          <p:nvPr/>
        </p:nvSpPr>
        <p:spPr>
          <a:xfrm>
            <a:off x="9418320" y="3749040"/>
            <a:ext cx="1097280" cy="1097280"/>
          </a:xfrm>
          <a:prstGeom prst="roundRect">
            <a:avLst>
              <a:gd name="adj" fmla="val 16667"/>
            </a:avLst>
          </a:prstGeom>
          <a:solidFill>
            <a:schemeClr val="accent3"/>
          </a:solidFill>
          <a:ln/>
        </p:spPr>
      </p:sp>
      <p:sp>
        <p:nvSpPr>
          <p:cNvPr id="39" name="Text 37"/>
          <p:cNvSpPr/>
          <p:nvPr/>
        </p:nvSpPr>
        <p:spPr>
          <a:xfrm>
            <a:off x="9418320" y="3749040"/>
            <a:ext cx="1097280" cy="1097280"/>
          </a:xfrm>
          <a:prstGeom prst="rect">
            <a:avLst/>
          </a:prstGeom>
          <a:noFill/>
          <a:ln/>
        </p:spPr>
        <p:txBody>
          <a:bodyPr wrap="square" lIns="0" tIns="0" rIns="0" bIns="0" rtlCol="0" anchor="ctr"/>
          <a:lstStyle/>
          <a:p>
            <a:pPr algn="ctr" indent="0" marL="0">
              <a:buNone/>
            </a:pPr>
            <a:r>
              <a:rPr lang="en-US" sz="5200" b="1" dirty="0">
                <a:solidFill>
                  <a:schemeClr val="tx1"/>
                </a:solidFill>
              </a:rPr>
              <a:t>글</a:t>
            </a:r>
            <a:endParaRPr lang="en-US" sz="5200" dirty="0"/>
          </a:p>
        </p:txBody>
      </p:sp>
      <p:sp>
        <p:nvSpPr>
          <p:cNvPr id="40" name="Text 38"/>
          <p:cNvSpPr/>
          <p:nvPr/>
        </p:nvSpPr>
        <p:spPr>
          <a:xfrm>
            <a:off x="4480560" y="5486400"/>
            <a:ext cx="7040880" cy="411480"/>
          </a:xfrm>
          <a:prstGeom prst="rect">
            <a:avLst/>
          </a:prstGeom>
          <a:noFill/>
          <a:ln/>
        </p:spPr>
        <p:txBody>
          <a:bodyPr wrap="square" lIns="0" tIns="0" rIns="0" bIns="0" rtlCol="0" anchor="ctr"/>
          <a:lstStyle/>
          <a:p>
            <a:pPr indent="0" marL="0">
              <a:buNone/>
            </a:pPr>
            <a:r>
              <a:rPr lang="en-US" sz="1800" b="1" dirty="0">
                <a:solidFill>
                  <a:schemeClr val="accent2"/>
                </a:solidFill>
              </a:rPr>
              <a:t>내 이름 첫 글자도 나누어 볼까요?   — 사료 A</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mark-dot"/>
          <p:cNvSpPr/>
          <p:nvPr/>
        </p:nvSpPr>
        <p:spPr>
          <a:xfrm>
            <a:off x="640080" y="471830"/>
            <a:ext cx="175565" cy="175565"/>
          </a:xfrm>
          <a:prstGeom prst="ellipse">
            <a:avLst/>
          </a:prstGeom>
          <a:solidFill>
            <a:schemeClr val="accent2"/>
          </a:solidFill>
          <a:ln/>
        </p:spPr>
      </p:sp>
      <p:sp>
        <p:nvSpPr>
          <p:cNvPr id="3" name="mark-bar"/>
          <p:cNvSpPr/>
          <p:nvPr/>
        </p:nvSpPr>
        <p:spPr>
          <a:xfrm>
            <a:off x="874166" y="515722"/>
            <a:ext cx="365760" cy="87782"/>
          </a:xfrm>
          <a:prstGeom prst="roundRect">
            <a:avLst>
              <a:gd name="adj" fmla="val 50000"/>
            </a:avLst>
          </a:prstGeom>
          <a:solidFill>
            <a:schemeClr val="accent3"/>
          </a:solidFill>
          <a:ln/>
        </p:spPr>
      </p:sp>
      <p:sp>
        <p:nvSpPr>
          <p:cNvPr id="4" name="mark-stem"/>
          <p:cNvSpPr/>
          <p:nvPr/>
        </p:nvSpPr>
        <p:spPr>
          <a:xfrm>
            <a:off x="1298448" y="384048"/>
            <a:ext cx="87782" cy="351130"/>
          </a:xfrm>
          <a:prstGeom prst="roundRect">
            <a:avLst>
              <a:gd name="adj" fmla="val 50000"/>
            </a:avLst>
          </a:prstGeom>
          <a:solidFill>
            <a:schemeClr val="accent1"/>
          </a:solidFill>
          <a:ln/>
        </p:spPr>
      </p:sp>
      <p:sp>
        <p:nvSpPr>
          <p:cNvPr id="5" name="eyebrow-pill"/>
          <p:cNvSpPr/>
          <p:nvPr/>
        </p:nvSpPr>
        <p:spPr>
          <a:xfrm>
            <a:off x="1508760" y="384048"/>
            <a:ext cx="1316736" cy="384048"/>
          </a:xfrm>
          <a:prstGeom prst="roundRect">
            <a:avLst>
              <a:gd name="adj" fmla="val 50000"/>
            </a:avLst>
          </a:prstGeom>
          <a:solidFill>
            <a:schemeClr val="accent2"/>
          </a:solidFill>
          <a:ln/>
        </p:spPr>
      </p:sp>
      <p:sp>
        <p:nvSpPr>
          <p:cNvPr id="6" name="Text 4"/>
          <p:cNvSpPr/>
          <p:nvPr/>
        </p:nvSpPr>
        <p:spPr>
          <a:xfrm>
            <a:off x="1508760" y="384048"/>
            <a:ext cx="1316736" cy="384048"/>
          </a:xfrm>
          <a:prstGeom prst="rect">
            <a:avLst/>
          </a:prstGeom>
          <a:noFill/>
          <a:ln/>
        </p:spPr>
        <p:txBody>
          <a:bodyPr wrap="square" lIns="0" tIns="0" rIns="0" bIns="0" rtlCol="0" anchor="ctr"/>
          <a:lstStyle/>
          <a:p>
            <a:pPr algn="ctr" indent="0" marL="0">
              <a:buNone/>
            </a:pPr>
            <a:r>
              <a:rPr lang="en-US" sz="1400" b="1" dirty="0">
                <a:solidFill>
                  <a:schemeClr val="bg1"/>
                </a:solidFill>
              </a:rPr>
              <a:t>2 훈민정음</a:t>
            </a:r>
            <a:endParaRPr lang="en-US" sz="1400" dirty="0"/>
          </a:p>
        </p:txBody>
      </p:sp>
      <p:sp>
        <p:nvSpPr>
          <p:cNvPr id="7" name="Text 1"/>
          <p:cNvSpPr/>
          <p:nvPr>
            <p:ph idx="101" type="title" hasCustomPrompt="1"/>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chemeClr val="tx1"/>
                </a:solidFill>
              </a:rPr>
              <a:t>글자 모양에 숨은 비밀</a:t>
            </a:r>
            <a:endParaRPr lang="en-US" sz="3800" dirty="0"/>
          </a:p>
        </p:txBody>
      </p:sp>
      <p:sp>
        <p:nvSpPr>
          <p:cNvPr id="8" name="Text 6"/>
          <p:cNvSpPr/>
          <p:nvPr/>
        </p:nvSpPr>
        <p:spPr>
          <a:xfrm>
            <a:off x="640080" y="1828800"/>
            <a:ext cx="10881360" cy="457200"/>
          </a:xfrm>
          <a:prstGeom prst="rect">
            <a:avLst/>
          </a:prstGeom>
          <a:noFill/>
          <a:ln/>
        </p:spPr>
        <p:txBody>
          <a:bodyPr wrap="square" lIns="0" tIns="0" rIns="0" bIns="0" rtlCol="0" anchor="t"/>
          <a:lstStyle/>
          <a:p>
            <a:pPr indent="0" marL="0">
              <a:buNone/>
            </a:pPr>
            <a:r>
              <a:rPr lang="en-US" sz="2200" b="1" dirty="0">
                <a:solidFill>
                  <a:schemeClr val="tx1"/>
                </a:solidFill>
              </a:rPr>
              <a:t>자음은 소리 낼 때의 입·혀·목 모양을 본떴어요</a:t>
            </a:r>
            <a:endParaRPr lang="en-US" sz="2200" dirty="0"/>
          </a:p>
        </p:txBody>
      </p:sp>
      <p:sp>
        <p:nvSpPr>
          <p:cNvPr id="9" name="jamo-card"/>
          <p:cNvSpPr/>
          <p:nvPr/>
        </p:nvSpPr>
        <p:spPr>
          <a:xfrm>
            <a:off x="640080" y="2377440"/>
            <a:ext cx="2011680" cy="1828800"/>
          </a:xfrm>
          <a:prstGeom prst="roundRect">
            <a:avLst>
              <a:gd name="adj" fmla="val 12500"/>
            </a:avLst>
          </a:prstGeom>
          <a:solidFill>
            <a:schemeClr val="bg1"/>
          </a:solidFill>
          <a:ln w="15875">
            <a:solidFill>
              <a:srgbClr val="E4DFD2"/>
            </a:solidFill>
            <a:prstDash val="solid"/>
          </a:ln>
        </p:spPr>
      </p:sp>
      <p:sp>
        <p:nvSpPr>
          <p:cNvPr id="10" name="jamo"/>
          <p:cNvSpPr/>
          <p:nvPr/>
        </p:nvSpPr>
        <p:spPr>
          <a:xfrm>
            <a:off x="1143000" y="2514600"/>
            <a:ext cx="1005840" cy="1005840"/>
          </a:xfrm>
          <a:prstGeom prst="roundRect">
            <a:avLst>
              <a:gd name="adj" fmla="val 18182"/>
            </a:avLst>
          </a:prstGeom>
          <a:solidFill>
            <a:schemeClr val="accent1"/>
          </a:solidFill>
          <a:ln/>
        </p:spPr>
      </p:sp>
      <p:sp>
        <p:nvSpPr>
          <p:cNvPr id="11" name="Text 9"/>
          <p:cNvSpPr/>
          <p:nvPr/>
        </p:nvSpPr>
        <p:spPr>
          <a:xfrm>
            <a:off x="1143000" y="2514600"/>
            <a:ext cx="1005840" cy="1005840"/>
          </a:xfrm>
          <a:prstGeom prst="rect">
            <a:avLst/>
          </a:prstGeom>
          <a:noFill/>
          <a:ln/>
        </p:spPr>
        <p:txBody>
          <a:bodyPr wrap="square" lIns="0" tIns="0" rIns="0" bIns="0" rtlCol="0" anchor="ctr"/>
          <a:lstStyle/>
          <a:p>
            <a:pPr algn="ctr" indent="0" marL="0">
              <a:buNone/>
            </a:pPr>
            <a:r>
              <a:rPr lang="en-US" sz="4600" b="1" dirty="0">
                <a:solidFill>
                  <a:schemeClr val="bg1"/>
                </a:solidFill>
              </a:rPr>
              <a:t>ㄱ</a:t>
            </a:r>
            <a:endParaRPr lang="en-US" sz="4600" dirty="0"/>
          </a:p>
        </p:txBody>
      </p:sp>
      <p:sp>
        <p:nvSpPr>
          <p:cNvPr id="12" name="Text 10"/>
          <p:cNvSpPr/>
          <p:nvPr/>
        </p:nvSpPr>
        <p:spPr>
          <a:xfrm>
            <a:off x="731520" y="3584448"/>
            <a:ext cx="1828800" cy="566928"/>
          </a:xfrm>
          <a:prstGeom prst="rect">
            <a:avLst/>
          </a:prstGeom>
          <a:noFill/>
          <a:ln/>
        </p:spPr>
        <p:txBody>
          <a:bodyPr wrap="square" lIns="0" tIns="0" rIns="0" bIns="0" rtlCol="0" anchor="t"/>
          <a:lstStyle/>
          <a:p>
            <a:pPr algn="ctr" indent="0" marL="0">
              <a:buNone/>
            </a:pPr>
            <a:r>
              <a:rPr lang="en-US" sz="1500" b="1" dirty="0">
                <a:solidFill>
                  <a:schemeClr val="tx1"/>
                </a:solidFill>
              </a:rPr>
              <a:t>혀뿌리가 목구멍을 막는 모양</a:t>
            </a:r>
            <a:endParaRPr lang="en-US" sz="1500" dirty="0"/>
          </a:p>
        </p:txBody>
      </p:sp>
      <p:sp>
        <p:nvSpPr>
          <p:cNvPr id="13" name="jamo-card"/>
          <p:cNvSpPr/>
          <p:nvPr/>
        </p:nvSpPr>
        <p:spPr>
          <a:xfrm>
            <a:off x="2852928" y="2377440"/>
            <a:ext cx="2011680" cy="1828800"/>
          </a:xfrm>
          <a:prstGeom prst="roundRect">
            <a:avLst>
              <a:gd name="adj" fmla="val 12500"/>
            </a:avLst>
          </a:prstGeom>
          <a:solidFill>
            <a:schemeClr val="bg1"/>
          </a:solidFill>
          <a:ln w="15875">
            <a:solidFill>
              <a:srgbClr val="E4DFD2"/>
            </a:solidFill>
            <a:prstDash val="solid"/>
          </a:ln>
        </p:spPr>
      </p:sp>
      <p:sp>
        <p:nvSpPr>
          <p:cNvPr id="14" name="jamo"/>
          <p:cNvSpPr/>
          <p:nvPr/>
        </p:nvSpPr>
        <p:spPr>
          <a:xfrm>
            <a:off x="3355848" y="2514600"/>
            <a:ext cx="1005840" cy="1005840"/>
          </a:xfrm>
          <a:prstGeom prst="roundRect">
            <a:avLst>
              <a:gd name="adj" fmla="val 18182"/>
            </a:avLst>
          </a:prstGeom>
          <a:solidFill>
            <a:schemeClr val="accent1"/>
          </a:solidFill>
          <a:ln/>
        </p:spPr>
      </p:sp>
      <p:sp>
        <p:nvSpPr>
          <p:cNvPr id="15" name="Text 13"/>
          <p:cNvSpPr/>
          <p:nvPr/>
        </p:nvSpPr>
        <p:spPr>
          <a:xfrm>
            <a:off x="3355848" y="2514600"/>
            <a:ext cx="1005840" cy="1005840"/>
          </a:xfrm>
          <a:prstGeom prst="rect">
            <a:avLst/>
          </a:prstGeom>
          <a:noFill/>
          <a:ln/>
        </p:spPr>
        <p:txBody>
          <a:bodyPr wrap="square" lIns="0" tIns="0" rIns="0" bIns="0" rtlCol="0" anchor="ctr"/>
          <a:lstStyle/>
          <a:p>
            <a:pPr algn="ctr" indent="0" marL="0">
              <a:buNone/>
            </a:pPr>
            <a:r>
              <a:rPr lang="en-US" sz="4600" b="1" dirty="0">
                <a:solidFill>
                  <a:schemeClr val="bg1"/>
                </a:solidFill>
              </a:rPr>
              <a:t>ㄴ</a:t>
            </a:r>
            <a:endParaRPr lang="en-US" sz="4600" dirty="0"/>
          </a:p>
        </p:txBody>
      </p:sp>
      <p:sp>
        <p:nvSpPr>
          <p:cNvPr id="16" name="Text 14"/>
          <p:cNvSpPr/>
          <p:nvPr/>
        </p:nvSpPr>
        <p:spPr>
          <a:xfrm>
            <a:off x="2944368" y="3584448"/>
            <a:ext cx="1828800" cy="566928"/>
          </a:xfrm>
          <a:prstGeom prst="rect">
            <a:avLst/>
          </a:prstGeom>
          <a:noFill/>
          <a:ln/>
        </p:spPr>
        <p:txBody>
          <a:bodyPr wrap="square" lIns="0" tIns="0" rIns="0" bIns="0" rtlCol="0" anchor="t"/>
          <a:lstStyle/>
          <a:p>
            <a:pPr algn="ctr" indent="0" marL="0">
              <a:buNone/>
            </a:pPr>
            <a:r>
              <a:rPr lang="en-US" sz="1500" b="1" dirty="0">
                <a:solidFill>
                  <a:schemeClr val="tx1"/>
                </a:solidFill>
              </a:rPr>
              <a:t>혀끝이 윗잇몸에 닿는 모양</a:t>
            </a:r>
            <a:endParaRPr lang="en-US" sz="1500" dirty="0"/>
          </a:p>
        </p:txBody>
      </p:sp>
      <p:sp>
        <p:nvSpPr>
          <p:cNvPr id="17" name="jamo-card"/>
          <p:cNvSpPr/>
          <p:nvPr/>
        </p:nvSpPr>
        <p:spPr>
          <a:xfrm>
            <a:off x="5065776" y="2377440"/>
            <a:ext cx="2011680" cy="1828800"/>
          </a:xfrm>
          <a:prstGeom prst="roundRect">
            <a:avLst>
              <a:gd name="adj" fmla="val 12500"/>
            </a:avLst>
          </a:prstGeom>
          <a:solidFill>
            <a:schemeClr val="bg1"/>
          </a:solidFill>
          <a:ln w="15875">
            <a:solidFill>
              <a:srgbClr val="E4DFD2"/>
            </a:solidFill>
            <a:prstDash val="solid"/>
          </a:ln>
        </p:spPr>
      </p:sp>
      <p:sp>
        <p:nvSpPr>
          <p:cNvPr id="18" name="jamo"/>
          <p:cNvSpPr/>
          <p:nvPr/>
        </p:nvSpPr>
        <p:spPr>
          <a:xfrm>
            <a:off x="5568696" y="2514600"/>
            <a:ext cx="1005840" cy="1005840"/>
          </a:xfrm>
          <a:prstGeom prst="roundRect">
            <a:avLst>
              <a:gd name="adj" fmla="val 18182"/>
            </a:avLst>
          </a:prstGeom>
          <a:solidFill>
            <a:schemeClr val="accent1"/>
          </a:solidFill>
          <a:ln/>
        </p:spPr>
      </p:sp>
      <p:sp>
        <p:nvSpPr>
          <p:cNvPr id="19" name="Text 17"/>
          <p:cNvSpPr/>
          <p:nvPr/>
        </p:nvSpPr>
        <p:spPr>
          <a:xfrm>
            <a:off x="5568696" y="2514600"/>
            <a:ext cx="1005840" cy="1005840"/>
          </a:xfrm>
          <a:prstGeom prst="rect">
            <a:avLst/>
          </a:prstGeom>
          <a:noFill/>
          <a:ln/>
        </p:spPr>
        <p:txBody>
          <a:bodyPr wrap="square" lIns="0" tIns="0" rIns="0" bIns="0" rtlCol="0" anchor="ctr"/>
          <a:lstStyle/>
          <a:p>
            <a:pPr algn="ctr" indent="0" marL="0">
              <a:buNone/>
            </a:pPr>
            <a:r>
              <a:rPr lang="en-US" sz="4600" b="1" dirty="0">
                <a:solidFill>
                  <a:schemeClr val="bg1"/>
                </a:solidFill>
              </a:rPr>
              <a:t>ㅁ</a:t>
            </a:r>
            <a:endParaRPr lang="en-US" sz="4600" dirty="0"/>
          </a:p>
        </p:txBody>
      </p:sp>
      <p:sp>
        <p:nvSpPr>
          <p:cNvPr id="20" name="Text 18"/>
          <p:cNvSpPr/>
          <p:nvPr/>
        </p:nvSpPr>
        <p:spPr>
          <a:xfrm>
            <a:off x="5157216" y="3584448"/>
            <a:ext cx="1828800" cy="566928"/>
          </a:xfrm>
          <a:prstGeom prst="rect">
            <a:avLst/>
          </a:prstGeom>
          <a:noFill/>
          <a:ln/>
        </p:spPr>
        <p:txBody>
          <a:bodyPr wrap="square" lIns="0" tIns="0" rIns="0" bIns="0" rtlCol="0" anchor="t"/>
          <a:lstStyle/>
          <a:p>
            <a:pPr algn="ctr" indent="0" marL="0">
              <a:buNone/>
            </a:pPr>
            <a:r>
              <a:rPr lang="en-US" sz="1500" b="1" dirty="0">
                <a:solidFill>
                  <a:schemeClr val="tx1"/>
                </a:solidFill>
              </a:rPr>
              <a:t>입 모양</a:t>
            </a:r>
            <a:endParaRPr lang="en-US" sz="1500" dirty="0"/>
          </a:p>
        </p:txBody>
      </p:sp>
      <p:sp>
        <p:nvSpPr>
          <p:cNvPr id="21" name="jamo-card"/>
          <p:cNvSpPr/>
          <p:nvPr/>
        </p:nvSpPr>
        <p:spPr>
          <a:xfrm>
            <a:off x="7278624" y="2377440"/>
            <a:ext cx="2011680" cy="1828800"/>
          </a:xfrm>
          <a:prstGeom prst="roundRect">
            <a:avLst>
              <a:gd name="adj" fmla="val 12500"/>
            </a:avLst>
          </a:prstGeom>
          <a:solidFill>
            <a:schemeClr val="bg1"/>
          </a:solidFill>
          <a:ln w="15875">
            <a:solidFill>
              <a:srgbClr val="E4DFD2"/>
            </a:solidFill>
            <a:prstDash val="solid"/>
          </a:ln>
        </p:spPr>
      </p:sp>
      <p:sp>
        <p:nvSpPr>
          <p:cNvPr id="22" name="jamo"/>
          <p:cNvSpPr/>
          <p:nvPr/>
        </p:nvSpPr>
        <p:spPr>
          <a:xfrm>
            <a:off x="7781544" y="2514600"/>
            <a:ext cx="1005840" cy="1005840"/>
          </a:xfrm>
          <a:prstGeom prst="roundRect">
            <a:avLst>
              <a:gd name="adj" fmla="val 18182"/>
            </a:avLst>
          </a:prstGeom>
          <a:solidFill>
            <a:schemeClr val="accent1"/>
          </a:solidFill>
          <a:ln/>
        </p:spPr>
      </p:sp>
      <p:sp>
        <p:nvSpPr>
          <p:cNvPr id="23" name="Text 21"/>
          <p:cNvSpPr/>
          <p:nvPr/>
        </p:nvSpPr>
        <p:spPr>
          <a:xfrm>
            <a:off x="7781544" y="2514600"/>
            <a:ext cx="1005840" cy="1005840"/>
          </a:xfrm>
          <a:prstGeom prst="rect">
            <a:avLst/>
          </a:prstGeom>
          <a:noFill/>
          <a:ln/>
        </p:spPr>
        <p:txBody>
          <a:bodyPr wrap="square" lIns="0" tIns="0" rIns="0" bIns="0" rtlCol="0" anchor="ctr"/>
          <a:lstStyle/>
          <a:p>
            <a:pPr algn="ctr" indent="0" marL="0">
              <a:buNone/>
            </a:pPr>
            <a:r>
              <a:rPr lang="en-US" sz="4600" b="1" dirty="0">
                <a:solidFill>
                  <a:schemeClr val="bg1"/>
                </a:solidFill>
              </a:rPr>
              <a:t>ㅅ</a:t>
            </a:r>
            <a:endParaRPr lang="en-US" sz="4600" dirty="0"/>
          </a:p>
        </p:txBody>
      </p:sp>
      <p:sp>
        <p:nvSpPr>
          <p:cNvPr id="24" name="Text 22"/>
          <p:cNvSpPr/>
          <p:nvPr/>
        </p:nvSpPr>
        <p:spPr>
          <a:xfrm>
            <a:off x="7370064" y="3584448"/>
            <a:ext cx="1828800" cy="566928"/>
          </a:xfrm>
          <a:prstGeom prst="rect">
            <a:avLst/>
          </a:prstGeom>
          <a:noFill/>
          <a:ln/>
        </p:spPr>
        <p:txBody>
          <a:bodyPr wrap="square" lIns="0" tIns="0" rIns="0" bIns="0" rtlCol="0" anchor="t"/>
          <a:lstStyle/>
          <a:p>
            <a:pPr algn="ctr" indent="0" marL="0">
              <a:buNone/>
            </a:pPr>
            <a:r>
              <a:rPr lang="en-US" sz="1500" b="1" dirty="0">
                <a:solidFill>
                  <a:schemeClr val="tx1"/>
                </a:solidFill>
              </a:rPr>
              <a:t>이 모양</a:t>
            </a:r>
            <a:endParaRPr lang="en-US" sz="1500" dirty="0"/>
          </a:p>
        </p:txBody>
      </p:sp>
      <p:sp>
        <p:nvSpPr>
          <p:cNvPr id="25" name="jamo-card"/>
          <p:cNvSpPr/>
          <p:nvPr/>
        </p:nvSpPr>
        <p:spPr>
          <a:xfrm>
            <a:off x="9491472" y="2377440"/>
            <a:ext cx="2011680" cy="1828800"/>
          </a:xfrm>
          <a:prstGeom prst="roundRect">
            <a:avLst>
              <a:gd name="adj" fmla="val 12500"/>
            </a:avLst>
          </a:prstGeom>
          <a:solidFill>
            <a:schemeClr val="bg1"/>
          </a:solidFill>
          <a:ln w="15875">
            <a:solidFill>
              <a:srgbClr val="E4DFD2"/>
            </a:solidFill>
            <a:prstDash val="solid"/>
          </a:ln>
        </p:spPr>
      </p:sp>
      <p:sp>
        <p:nvSpPr>
          <p:cNvPr id="26" name="jamo"/>
          <p:cNvSpPr/>
          <p:nvPr/>
        </p:nvSpPr>
        <p:spPr>
          <a:xfrm>
            <a:off x="9994392" y="2514600"/>
            <a:ext cx="1005840" cy="1005840"/>
          </a:xfrm>
          <a:prstGeom prst="roundRect">
            <a:avLst>
              <a:gd name="adj" fmla="val 18182"/>
            </a:avLst>
          </a:prstGeom>
          <a:solidFill>
            <a:schemeClr val="accent1"/>
          </a:solidFill>
          <a:ln/>
        </p:spPr>
      </p:sp>
      <p:sp>
        <p:nvSpPr>
          <p:cNvPr id="27" name="Text 25"/>
          <p:cNvSpPr/>
          <p:nvPr/>
        </p:nvSpPr>
        <p:spPr>
          <a:xfrm>
            <a:off x="9994392" y="2514600"/>
            <a:ext cx="1005840" cy="1005840"/>
          </a:xfrm>
          <a:prstGeom prst="rect">
            <a:avLst/>
          </a:prstGeom>
          <a:noFill/>
          <a:ln/>
        </p:spPr>
        <p:txBody>
          <a:bodyPr wrap="square" lIns="0" tIns="0" rIns="0" bIns="0" rtlCol="0" anchor="ctr"/>
          <a:lstStyle/>
          <a:p>
            <a:pPr algn="ctr" indent="0" marL="0">
              <a:buNone/>
            </a:pPr>
            <a:r>
              <a:rPr lang="en-US" sz="4600" b="1" dirty="0">
                <a:solidFill>
                  <a:schemeClr val="bg1"/>
                </a:solidFill>
              </a:rPr>
              <a:t>ㅇ</a:t>
            </a:r>
            <a:endParaRPr lang="en-US" sz="4600" dirty="0"/>
          </a:p>
        </p:txBody>
      </p:sp>
      <p:sp>
        <p:nvSpPr>
          <p:cNvPr id="28" name="Text 26"/>
          <p:cNvSpPr/>
          <p:nvPr/>
        </p:nvSpPr>
        <p:spPr>
          <a:xfrm>
            <a:off x="9582912" y="3584448"/>
            <a:ext cx="1828800" cy="566928"/>
          </a:xfrm>
          <a:prstGeom prst="rect">
            <a:avLst/>
          </a:prstGeom>
          <a:noFill/>
          <a:ln/>
        </p:spPr>
        <p:txBody>
          <a:bodyPr wrap="square" lIns="0" tIns="0" rIns="0" bIns="0" rtlCol="0" anchor="t"/>
          <a:lstStyle/>
          <a:p>
            <a:pPr algn="ctr" indent="0" marL="0">
              <a:buNone/>
            </a:pPr>
            <a:r>
              <a:rPr lang="en-US" sz="1500" b="1" dirty="0">
                <a:solidFill>
                  <a:schemeClr val="tx1"/>
                </a:solidFill>
              </a:rPr>
              <a:t>목구멍 모양</a:t>
            </a:r>
            <a:endParaRPr lang="en-US" sz="1500" dirty="0"/>
          </a:p>
        </p:txBody>
      </p:sp>
      <p:sp>
        <p:nvSpPr>
          <p:cNvPr id="29" name="Text 27"/>
          <p:cNvSpPr/>
          <p:nvPr/>
        </p:nvSpPr>
        <p:spPr>
          <a:xfrm>
            <a:off x="640080" y="4434840"/>
            <a:ext cx="6400800" cy="457200"/>
          </a:xfrm>
          <a:prstGeom prst="rect">
            <a:avLst/>
          </a:prstGeom>
          <a:noFill/>
          <a:ln/>
        </p:spPr>
        <p:txBody>
          <a:bodyPr wrap="square" lIns="0" tIns="0" rIns="0" bIns="0" rtlCol="0" anchor="t"/>
          <a:lstStyle/>
          <a:p>
            <a:pPr indent="0" marL="0">
              <a:buNone/>
            </a:pPr>
            <a:r>
              <a:rPr lang="en-US" sz="2200" b="1" dirty="0">
                <a:solidFill>
                  <a:schemeClr val="tx1"/>
                </a:solidFill>
              </a:rPr>
              <a:t>모음은 하늘 · 땅 · 사람을 본떴어요</a:t>
            </a:r>
            <a:endParaRPr lang="en-US" sz="2200" dirty="0"/>
          </a:p>
        </p:txBody>
      </p:sp>
      <p:sp>
        <p:nvSpPr>
          <p:cNvPr id="30" name="jamo"/>
          <p:cNvSpPr/>
          <p:nvPr/>
        </p:nvSpPr>
        <p:spPr>
          <a:xfrm>
            <a:off x="640080" y="4983480"/>
            <a:ext cx="914400" cy="914400"/>
          </a:xfrm>
          <a:prstGeom prst="roundRect">
            <a:avLst>
              <a:gd name="adj" fmla="val 20000"/>
            </a:avLst>
          </a:prstGeom>
          <a:solidFill>
            <a:schemeClr val="accent2"/>
          </a:solidFill>
          <a:ln/>
        </p:spPr>
      </p:sp>
      <p:sp>
        <p:nvSpPr>
          <p:cNvPr id="31" name="Text 29"/>
          <p:cNvSpPr/>
          <p:nvPr/>
        </p:nvSpPr>
        <p:spPr>
          <a:xfrm>
            <a:off x="640080" y="4983480"/>
            <a:ext cx="914400" cy="914400"/>
          </a:xfrm>
          <a:prstGeom prst="rect">
            <a:avLst/>
          </a:prstGeom>
          <a:noFill/>
          <a:ln/>
        </p:spPr>
        <p:txBody>
          <a:bodyPr wrap="square" lIns="0" tIns="0" rIns="0" bIns="0" rtlCol="0" anchor="ctr"/>
          <a:lstStyle/>
          <a:p>
            <a:pPr algn="ctr" indent="0" marL="0">
              <a:buNone/>
            </a:pPr>
            <a:r>
              <a:rPr lang="en-US" sz="4600" b="1" dirty="0">
                <a:solidFill>
                  <a:schemeClr val="bg1"/>
                </a:solidFill>
              </a:rPr>
              <a:t>ㆍ</a:t>
            </a:r>
            <a:endParaRPr lang="en-US" sz="4600" dirty="0"/>
          </a:p>
        </p:txBody>
      </p:sp>
      <p:sp>
        <p:nvSpPr>
          <p:cNvPr id="32" name="Text 30"/>
          <p:cNvSpPr/>
          <p:nvPr/>
        </p:nvSpPr>
        <p:spPr>
          <a:xfrm>
            <a:off x="1645920" y="4983480"/>
            <a:ext cx="1097280" cy="914400"/>
          </a:xfrm>
          <a:prstGeom prst="rect">
            <a:avLst/>
          </a:prstGeom>
          <a:noFill/>
          <a:ln/>
        </p:spPr>
        <p:txBody>
          <a:bodyPr wrap="square" lIns="0" tIns="0" rIns="0" bIns="0" rtlCol="0" anchor="ctr"/>
          <a:lstStyle/>
          <a:p>
            <a:pPr indent="0" marL="0">
              <a:buNone/>
            </a:pPr>
            <a:r>
              <a:rPr lang="en-US" sz="2200" b="1" dirty="0">
                <a:solidFill>
                  <a:schemeClr val="tx1"/>
                </a:solidFill>
              </a:rPr>
              <a:t>하늘</a:t>
            </a:r>
            <a:endParaRPr lang="en-US" sz="2200" dirty="0"/>
          </a:p>
        </p:txBody>
      </p:sp>
      <p:sp>
        <p:nvSpPr>
          <p:cNvPr id="33" name="jamo"/>
          <p:cNvSpPr/>
          <p:nvPr/>
        </p:nvSpPr>
        <p:spPr>
          <a:xfrm>
            <a:off x="2852928" y="4983480"/>
            <a:ext cx="914400" cy="914400"/>
          </a:xfrm>
          <a:prstGeom prst="roundRect">
            <a:avLst>
              <a:gd name="adj" fmla="val 20000"/>
            </a:avLst>
          </a:prstGeom>
          <a:solidFill>
            <a:schemeClr val="accent2"/>
          </a:solidFill>
          <a:ln/>
        </p:spPr>
      </p:sp>
      <p:sp>
        <p:nvSpPr>
          <p:cNvPr id="34" name="Text 32"/>
          <p:cNvSpPr/>
          <p:nvPr/>
        </p:nvSpPr>
        <p:spPr>
          <a:xfrm>
            <a:off x="2852928" y="4983480"/>
            <a:ext cx="914400" cy="914400"/>
          </a:xfrm>
          <a:prstGeom prst="rect">
            <a:avLst/>
          </a:prstGeom>
          <a:noFill/>
          <a:ln/>
        </p:spPr>
        <p:txBody>
          <a:bodyPr wrap="square" lIns="0" tIns="0" rIns="0" bIns="0" rtlCol="0" anchor="ctr"/>
          <a:lstStyle/>
          <a:p>
            <a:pPr algn="ctr" indent="0" marL="0">
              <a:buNone/>
            </a:pPr>
            <a:r>
              <a:rPr lang="en-US" sz="4600" b="1" dirty="0">
                <a:solidFill>
                  <a:schemeClr val="bg1"/>
                </a:solidFill>
              </a:rPr>
              <a:t>ㅡ</a:t>
            </a:r>
            <a:endParaRPr lang="en-US" sz="4600" dirty="0"/>
          </a:p>
        </p:txBody>
      </p:sp>
      <p:sp>
        <p:nvSpPr>
          <p:cNvPr id="35" name="Text 33"/>
          <p:cNvSpPr/>
          <p:nvPr/>
        </p:nvSpPr>
        <p:spPr>
          <a:xfrm>
            <a:off x="3858768" y="4983480"/>
            <a:ext cx="1097280" cy="914400"/>
          </a:xfrm>
          <a:prstGeom prst="rect">
            <a:avLst/>
          </a:prstGeom>
          <a:noFill/>
          <a:ln/>
        </p:spPr>
        <p:txBody>
          <a:bodyPr wrap="square" lIns="0" tIns="0" rIns="0" bIns="0" rtlCol="0" anchor="ctr"/>
          <a:lstStyle/>
          <a:p>
            <a:pPr indent="0" marL="0">
              <a:buNone/>
            </a:pPr>
            <a:r>
              <a:rPr lang="en-US" sz="2200" b="1" dirty="0">
                <a:solidFill>
                  <a:schemeClr val="tx1"/>
                </a:solidFill>
              </a:rPr>
              <a:t>땅</a:t>
            </a:r>
            <a:endParaRPr lang="en-US" sz="2200" dirty="0"/>
          </a:p>
        </p:txBody>
      </p:sp>
      <p:sp>
        <p:nvSpPr>
          <p:cNvPr id="36" name="jamo"/>
          <p:cNvSpPr/>
          <p:nvPr/>
        </p:nvSpPr>
        <p:spPr>
          <a:xfrm>
            <a:off x="5065776" y="4983480"/>
            <a:ext cx="914400" cy="914400"/>
          </a:xfrm>
          <a:prstGeom prst="roundRect">
            <a:avLst>
              <a:gd name="adj" fmla="val 20000"/>
            </a:avLst>
          </a:prstGeom>
          <a:solidFill>
            <a:schemeClr val="accent2"/>
          </a:solidFill>
          <a:ln/>
        </p:spPr>
      </p:sp>
      <p:sp>
        <p:nvSpPr>
          <p:cNvPr id="37" name="Text 35"/>
          <p:cNvSpPr/>
          <p:nvPr/>
        </p:nvSpPr>
        <p:spPr>
          <a:xfrm>
            <a:off x="5065776" y="4983480"/>
            <a:ext cx="914400" cy="914400"/>
          </a:xfrm>
          <a:prstGeom prst="rect">
            <a:avLst/>
          </a:prstGeom>
          <a:noFill/>
          <a:ln/>
        </p:spPr>
        <p:txBody>
          <a:bodyPr wrap="square" lIns="0" tIns="0" rIns="0" bIns="0" rtlCol="0" anchor="ctr"/>
          <a:lstStyle/>
          <a:p>
            <a:pPr algn="ctr" indent="0" marL="0">
              <a:buNone/>
            </a:pPr>
            <a:r>
              <a:rPr lang="en-US" sz="4600" b="1" dirty="0">
                <a:solidFill>
                  <a:schemeClr val="bg1"/>
                </a:solidFill>
              </a:rPr>
              <a:t>ㅣ</a:t>
            </a:r>
            <a:endParaRPr lang="en-US" sz="4600" dirty="0"/>
          </a:p>
        </p:txBody>
      </p:sp>
      <p:sp>
        <p:nvSpPr>
          <p:cNvPr id="38" name="Text 36"/>
          <p:cNvSpPr/>
          <p:nvPr/>
        </p:nvSpPr>
        <p:spPr>
          <a:xfrm>
            <a:off x="6071616" y="4983480"/>
            <a:ext cx="1097280" cy="914400"/>
          </a:xfrm>
          <a:prstGeom prst="rect">
            <a:avLst/>
          </a:prstGeom>
          <a:noFill/>
          <a:ln/>
        </p:spPr>
        <p:txBody>
          <a:bodyPr wrap="square" lIns="0" tIns="0" rIns="0" bIns="0" rtlCol="0" anchor="ctr"/>
          <a:lstStyle/>
          <a:p>
            <a:pPr indent="0" marL="0">
              <a:buNone/>
            </a:pPr>
            <a:r>
              <a:rPr lang="en-US" sz="2200" b="1" dirty="0">
                <a:solidFill>
                  <a:schemeClr val="tx1"/>
                </a:solidFill>
              </a:rPr>
              <a:t>사람</a:t>
            </a:r>
            <a:endParaRPr lang="en-US" sz="2200" dirty="0"/>
          </a:p>
        </p:txBody>
      </p:sp>
      <p:sp>
        <p:nvSpPr>
          <p:cNvPr id="39" name="card"/>
          <p:cNvSpPr/>
          <p:nvPr/>
        </p:nvSpPr>
        <p:spPr>
          <a:xfrm>
            <a:off x="7315200" y="4572000"/>
            <a:ext cx="4251960" cy="1371600"/>
          </a:xfrm>
          <a:prstGeom prst="roundRect">
            <a:avLst>
              <a:gd name="adj" fmla="val 16667"/>
            </a:avLst>
          </a:prstGeom>
          <a:solidFill>
            <a:schemeClr val="accent3">
              <a:alpha val="30000"/>
            </a:schemeClr>
          </a:solidFill>
          <a:ln/>
        </p:spPr>
      </p:sp>
      <p:sp>
        <p:nvSpPr>
          <p:cNvPr id="40" name="Text 38"/>
          <p:cNvSpPr/>
          <p:nvPr/>
        </p:nvSpPr>
        <p:spPr>
          <a:xfrm>
            <a:off x="7589520" y="4681728"/>
            <a:ext cx="3794760" cy="1143000"/>
          </a:xfrm>
          <a:prstGeom prst="rect">
            <a:avLst/>
          </a:prstGeom>
          <a:noFill/>
          <a:ln/>
        </p:spPr>
        <p:txBody>
          <a:bodyPr wrap="square" lIns="0" tIns="0" rIns="0" bIns="0" rtlCol="0" anchor="ctr"/>
          <a:lstStyle/>
          <a:p>
            <a:pPr indent="0" marL="0">
              <a:buNone/>
            </a:pPr>
            <a:r>
              <a:rPr lang="en-US" sz="1800" b="1" dirty="0">
                <a:solidFill>
                  <a:schemeClr val="tx1"/>
                </a:solidFill>
              </a:rPr>
              <a:t>소리 내며 혀 위치를 느껴 봐요!</a:t>
            </a:r>
            <a:endParaRPr lang="en-US" sz="1800" dirty="0"/>
          </a:p>
          <a:p>
            <a:pPr indent="0" marL="0">
              <a:buNone/>
            </a:pPr>
            <a:r>
              <a:rPr lang="en-US" sz="1800" b="1" dirty="0">
                <a:solidFill>
                  <a:schemeClr val="tx1"/>
                </a:solidFill>
              </a:rPr>
              <a:t>획을 더하면 ㄱ→ㅋ, ㄴ→ㄷ→ㅌ</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mark-dot"/>
          <p:cNvSpPr/>
          <p:nvPr/>
        </p:nvSpPr>
        <p:spPr>
          <a:xfrm>
            <a:off x="640080" y="471830"/>
            <a:ext cx="175565" cy="175565"/>
          </a:xfrm>
          <a:prstGeom prst="ellipse">
            <a:avLst/>
          </a:prstGeom>
          <a:solidFill>
            <a:schemeClr val="accent2"/>
          </a:solidFill>
          <a:ln/>
        </p:spPr>
      </p:sp>
      <p:sp>
        <p:nvSpPr>
          <p:cNvPr id="3" name="mark-bar"/>
          <p:cNvSpPr/>
          <p:nvPr/>
        </p:nvSpPr>
        <p:spPr>
          <a:xfrm>
            <a:off x="874166" y="515722"/>
            <a:ext cx="365760" cy="87782"/>
          </a:xfrm>
          <a:prstGeom prst="roundRect">
            <a:avLst>
              <a:gd name="adj" fmla="val 50000"/>
            </a:avLst>
          </a:prstGeom>
          <a:solidFill>
            <a:schemeClr val="accent3"/>
          </a:solidFill>
          <a:ln/>
        </p:spPr>
      </p:sp>
      <p:sp>
        <p:nvSpPr>
          <p:cNvPr id="4" name="mark-stem"/>
          <p:cNvSpPr/>
          <p:nvPr/>
        </p:nvSpPr>
        <p:spPr>
          <a:xfrm>
            <a:off x="1298448" y="384048"/>
            <a:ext cx="87782" cy="351130"/>
          </a:xfrm>
          <a:prstGeom prst="roundRect">
            <a:avLst>
              <a:gd name="adj" fmla="val 50000"/>
            </a:avLst>
          </a:prstGeom>
          <a:solidFill>
            <a:schemeClr val="accent1"/>
          </a:solidFill>
          <a:ln/>
        </p:spPr>
      </p:sp>
      <p:sp>
        <p:nvSpPr>
          <p:cNvPr id="5" name="eyebrow-pill"/>
          <p:cNvSpPr/>
          <p:nvPr/>
        </p:nvSpPr>
        <p:spPr>
          <a:xfrm>
            <a:off x="1508760" y="384048"/>
            <a:ext cx="1316736" cy="384048"/>
          </a:xfrm>
          <a:prstGeom prst="roundRect">
            <a:avLst>
              <a:gd name="adj" fmla="val 50000"/>
            </a:avLst>
          </a:prstGeom>
          <a:solidFill>
            <a:schemeClr val="accent2"/>
          </a:solidFill>
          <a:ln/>
        </p:spPr>
      </p:sp>
      <p:sp>
        <p:nvSpPr>
          <p:cNvPr id="6" name="Text 4"/>
          <p:cNvSpPr/>
          <p:nvPr/>
        </p:nvSpPr>
        <p:spPr>
          <a:xfrm>
            <a:off x="1508760" y="384048"/>
            <a:ext cx="1316736" cy="384048"/>
          </a:xfrm>
          <a:prstGeom prst="rect">
            <a:avLst/>
          </a:prstGeom>
          <a:noFill/>
          <a:ln/>
        </p:spPr>
        <p:txBody>
          <a:bodyPr wrap="square" lIns="0" tIns="0" rIns="0" bIns="0" rtlCol="0" anchor="ctr"/>
          <a:lstStyle/>
          <a:p>
            <a:pPr algn="ctr" indent="0" marL="0">
              <a:buNone/>
            </a:pPr>
            <a:r>
              <a:rPr lang="en-US" sz="1400" b="1" dirty="0">
                <a:solidFill>
                  <a:schemeClr val="bg1"/>
                </a:solidFill>
              </a:rPr>
              <a:t>2 훈민정음</a:t>
            </a:r>
            <a:endParaRPr lang="en-US" sz="1400" dirty="0"/>
          </a:p>
        </p:txBody>
      </p:sp>
      <p:sp>
        <p:nvSpPr>
          <p:cNvPr id="7" name="Text 1"/>
          <p:cNvSpPr/>
          <p:nvPr>
            <p:ph idx="101" type="title" hasCustomPrompt="1"/>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chemeClr val="tx1"/>
                </a:solidFill>
              </a:rPr>
              <a:t>기록으로 보는 한글의 시간</a:t>
            </a:r>
            <a:endParaRPr lang="en-US" sz="3800" dirty="0"/>
          </a:p>
        </p:txBody>
      </p:sp>
      <p:sp>
        <p:nvSpPr>
          <p:cNvPr id="8" name="timeline"/>
          <p:cNvSpPr/>
          <p:nvPr/>
        </p:nvSpPr>
        <p:spPr>
          <a:xfrm>
            <a:off x="1280160" y="3081528"/>
            <a:ext cx="9601200" cy="146304"/>
          </a:xfrm>
          <a:prstGeom prst="roundRect">
            <a:avLst>
              <a:gd name="adj" fmla="val 50000"/>
            </a:avLst>
          </a:prstGeom>
          <a:solidFill>
            <a:schemeClr val="tx1">
              <a:alpha val="20000"/>
            </a:schemeClr>
          </a:solidFill>
          <a:ln/>
        </p:spPr>
      </p:sp>
      <p:sp>
        <p:nvSpPr>
          <p:cNvPr id="9" name="Text 7"/>
          <p:cNvSpPr/>
          <p:nvPr/>
        </p:nvSpPr>
        <p:spPr>
          <a:xfrm>
            <a:off x="731520" y="1874520"/>
            <a:ext cx="2926080" cy="822960"/>
          </a:xfrm>
          <a:prstGeom prst="rect">
            <a:avLst/>
          </a:prstGeom>
          <a:noFill/>
          <a:ln/>
        </p:spPr>
        <p:txBody>
          <a:bodyPr wrap="square" lIns="0" tIns="0" rIns="0" bIns="0" rtlCol="0" anchor="t"/>
          <a:lstStyle/>
          <a:p>
            <a:pPr algn="ctr" indent="0" marL="0">
              <a:buNone/>
            </a:pPr>
            <a:r>
              <a:rPr lang="en-US" sz="4400" b="1" dirty="0">
                <a:solidFill>
                  <a:schemeClr val="tx1"/>
                </a:solidFill>
              </a:rPr>
              <a:t>1443</a:t>
            </a:r>
            <a:endParaRPr lang="en-US" sz="4400" dirty="0"/>
          </a:p>
        </p:txBody>
      </p:sp>
      <p:sp>
        <p:nvSpPr>
          <p:cNvPr id="10" name="dot"/>
          <p:cNvSpPr/>
          <p:nvPr/>
        </p:nvSpPr>
        <p:spPr>
          <a:xfrm>
            <a:off x="1874520" y="2834640"/>
            <a:ext cx="640080" cy="640080"/>
          </a:xfrm>
          <a:prstGeom prst="ellipse">
            <a:avLst/>
          </a:prstGeom>
          <a:solidFill>
            <a:schemeClr val="accent1"/>
          </a:solidFill>
          <a:ln w="50800">
            <a:solidFill>
              <a:schemeClr val="bg2"/>
            </a:solidFill>
            <a:prstDash val="solid"/>
          </a:ln>
        </p:spPr>
      </p:sp>
      <p:sp>
        <p:nvSpPr>
          <p:cNvPr id="11" name="Text 9"/>
          <p:cNvSpPr/>
          <p:nvPr/>
        </p:nvSpPr>
        <p:spPr>
          <a:xfrm>
            <a:off x="640080" y="3657600"/>
            <a:ext cx="3108960" cy="868680"/>
          </a:xfrm>
          <a:prstGeom prst="rect">
            <a:avLst/>
          </a:prstGeom>
          <a:noFill/>
          <a:ln/>
        </p:spPr>
        <p:txBody>
          <a:bodyPr wrap="square" lIns="0" tIns="0" rIns="0" bIns="0" rtlCol="0" anchor="t"/>
          <a:lstStyle/>
          <a:p>
            <a:pPr algn="ctr" indent="0" marL="0">
              <a:buNone/>
            </a:pPr>
            <a:r>
              <a:rPr lang="en-US" sz="2100" b="1" dirty="0">
                <a:solidFill>
                  <a:schemeClr val="tx1"/>
                </a:solidFill>
              </a:rPr>
              <a:t>새 문자 28자를</a:t>
            </a:r>
            <a:endParaRPr lang="en-US" sz="2100" dirty="0"/>
          </a:p>
          <a:p>
            <a:pPr algn="ctr" indent="0" marL="0">
              <a:buNone/>
            </a:pPr>
            <a:r>
              <a:rPr lang="en-US" sz="2100" b="1" dirty="0">
                <a:solidFill>
                  <a:schemeClr val="tx1"/>
                </a:solidFill>
              </a:rPr>
              <a:t>만들어요</a:t>
            </a:r>
            <a:endParaRPr lang="en-US" sz="2100" dirty="0"/>
          </a:p>
        </p:txBody>
      </p:sp>
      <p:sp>
        <p:nvSpPr>
          <p:cNvPr id="12" name="Text 10"/>
          <p:cNvSpPr/>
          <p:nvPr/>
        </p:nvSpPr>
        <p:spPr>
          <a:xfrm>
            <a:off x="731520" y="4526280"/>
            <a:ext cx="2926080" cy="320040"/>
          </a:xfrm>
          <a:prstGeom prst="rect">
            <a:avLst/>
          </a:prstGeom>
          <a:noFill/>
          <a:ln/>
        </p:spPr>
        <p:txBody>
          <a:bodyPr wrap="square" lIns="0" tIns="0" rIns="0" bIns="0" rtlCol="0" anchor="t"/>
          <a:lstStyle/>
          <a:p>
            <a:pPr algn="ctr" indent="0" marL="0">
              <a:buNone/>
            </a:pPr>
            <a:r>
              <a:rPr lang="en-US" sz="1400" b="1" dirty="0">
                <a:solidFill>
                  <a:schemeClr val="tx2"/>
                </a:solidFill>
              </a:rPr>
              <a:t>사료 A</a:t>
            </a:r>
            <a:endParaRPr lang="en-US" sz="1400" dirty="0"/>
          </a:p>
        </p:txBody>
      </p:sp>
      <p:sp>
        <p:nvSpPr>
          <p:cNvPr id="13" name="Text 11"/>
          <p:cNvSpPr/>
          <p:nvPr/>
        </p:nvSpPr>
        <p:spPr>
          <a:xfrm>
            <a:off x="4617720" y="1874520"/>
            <a:ext cx="2926080" cy="822960"/>
          </a:xfrm>
          <a:prstGeom prst="rect">
            <a:avLst/>
          </a:prstGeom>
          <a:noFill/>
          <a:ln/>
        </p:spPr>
        <p:txBody>
          <a:bodyPr wrap="square" lIns="0" tIns="0" rIns="0" bIns="0" rtlCol="0" anchor="t"/>
          <a:lstStyle/>
          <a:p>
            <a:pPr algn="ctr" indent="0" marL="0">
              <a:buNone/>
            </a:pPr>
            <a:r>
              <a:rPr lang="en-US" sz="4400" b="1" dirty="0">
                <a:solidFill>
                  <a:schemeClr val="tx1"/>
                </a:solidFill>
              </a:rPr>
              <a:t>1444</a:t>
            </a:r>
            <a:endParaRPr lang="en-US" sz="4400" dirty="0"/>
          </a:p>
        </p:txBody>
      </p:sp>
      <p:sp>
        <p:nvSpPr>
          <p:cNvPr id="14" name="dot"/>
          <p:cNvSpPr/>
          <p:nvPr/>
        </p:nvSpPr>
        <p:spPr>
          <a:xfrm>
            <a:off x="5760720" y="2834640"/>
            <a:ext cx="640080" cy="640080"/>
          </a:xfrm>
          <a:prstGeom prst="ellipse">
            <a:avLst/>
          </a:prstGeom>
          <a:solidFill>
            <a:schemeClr val="accent3"/>
          </a:solidFill>
          <a:ln w="50800">
            <a:solidFill>
              <a:schemeClr val="bg2"/>
            </a:solidFill>
            <a:prstDash val="solid"/>
          </a:ln>
        </p:spPr>
      </p:sp>
      <p:sp>
        <p:nvSpPr>
          <p:cNvPr id="15" name="Text 13"/>
          <p:cNvSpPr/>
          <p:nvPr/>
        </p:nvSpPr>
        <p:spPr>
          <a:xfrm>
            <a:off x="4526280" y="3657600"/>
            <a:ext cx="3108960" cy="868680"/>
          </a:xfrm>
          <a:prstGeom prst="rect">
            <a:avLst/>
          </a:prstGeom>
          <a:noFill/>
          <a:ln/>
        </p:spPr>
        <p:txBody>
          <a:bodyPr wrap="square" lIns="0" tIns="0" rIns="0" bIns="0" rtlCol="0" anchor="t"/>
          <a:lstStyle/>
          <a:p>
            <a:pPr algn="ctr" indent="0" marL="0">
              <a:buNone/>
            </a:pPr>
            <a:r>
              <a:rPr lang="en-US" sz="2100" b="1" dirty="0">
                <a:solidFill>
                  <a:schemeClr val="tx1"/>
                </a:solidFill>
              </a:rPr>
              <a:t>반대 상소와</a:t>
            </a:r>
            <a:endParaRPr lang="en-US" sz="2100" dirty="0"/>
          </a:p>
          <a:p>
            <a:pPr algn="ctr" indent="0" marL="0">
              <a:buNone/>
            </a:pPr>
            <a:r>
              <a:rPr lang="en-US" sz="2100" b="1" dirty="0">
                <a:solidFill>
                  <a:schemeClr val="tx1"/>
                </a:solidFill>
              </a:rPr>
              <a:t>세종의 대답</a:t>
            </a:r>
            <a:endParaRPr lang="en-US" sz="2100" dirty="0"/>
          </a:p>
        </p:txBody>
      </p:sp>
      <p:sp>
        <p:nvSpPr>
          <p:cNvPr id="16" name="Text 14"/>
          <p:cNvSpPr/>
          <p:nvPr/>
        </p:nvSpPr>
        <p:spPr>
          <a:xfrm>
            <a:off x="4617720" y="4526280"/>
            <a:ext cx="2926080" cy="320040"/>
          </a:xfrm>
          <a:prstGeom prst="rect">
            <a:avLst/>
          </a:prstGeom>
          <a:noFill/>
          <a:ln/>
        </p:spPr>
        <p:txBody>
          <a:bodyPr wrap="square" lIns="0" tIns="0" rIns="0" bIns="0" rtlCol="0" anchor="t"/>
          <a:lstStyle/>
          <a:p>
            <a:pPr algn="ctr" indent="0" marL="0">
              <a:buNone/>
            </a:pPr>
            <a:r>
              <a:rPr lang="en-US" sz="1400" b="1" dirty="0">
                <a:solidFill>
                  <a:schemeClr val="tx2"/>
                </a:solidFill>
              </a:rPr>
              <a:t>사료 B</a:t>
            </a:r>
            <a:endParaRPr lang="en-US" sz="1400" dirty="0"/>
          </a:p>
        </p:txBody>
      </p:sp>
      <p:sp>
        <p:nvSpPr>
          <p:cNvPr id="17" name="Text 15"/>
          <p:cNvSpPr/>
          <p:nvPr/>
        </p:nvSpPr>
        <p:spPr>
          <a:xfrm>
            <a:off x="8503920" y="1874520"/>
            <a:ext cx="2926080" cy="822960"/>
          </a:xfrm>
          <a:prstGeom prst="rect">
            <a:avLst/>
          </a:prstGeom>
          <a:noFill/>
          <a:ln/>
        </p:spPr>
        <p:txBody>
          <a:bodyPr wrap="square" lIns="0" tIns="0" rIns="0" bIns="0" rtlCol="0" anchor="t"/>
          <a:lstStyle/>
          <a:p>
            <a:pPr algn="ctr" indent="0" marL="0">
              <a:buNone/>
            </a:pPr>
            <a:r>
              <a:rPr lang="en-US" sz="4400" b="1" dirty="0">
                <a:solidFill>
                  <a:schemeClr val="tx1"/>
                </a:solidFill>
              </a:rPr>
              <a:t>1446</a:t>
            </a:r>
            <a:endParaRPr lang="en-US" sz="4400" dirty="0"/>
          </a:p>
        </p:txBody>
      </p:sp>
      <p:sp>
        <p:nvSpPr>
          <p:cNvPr id="18" name="dot"/>
          <p:cNvSpPr/>
          <p:nvPr/>
        </p:nvSpPr>
        <p:spPr>
          <a:xfrm>
            <a:off x="9646920" y="2834640"/>
            <a:ext cx="640080" cy="640080"/>
          </a:xfrm>
          <a:prstGeom prst="ellipse">
            <a:avLst/>
          </a:prstGeom>
          <a:solidFill>
            <a:schemeClr val="accent2"/>
          </a:solidFill>
          <a:ln w="50800">
            <a:solidFill>
              <a:schemeClr val="bg2"/>
            </a:solidFill>
            <a:prstDash val="solid"/>
          </a:ln>
        </p:spPr>
      </p:sp>
      <p:sp>
        <p:nvSpPr>
          <p:cNvPr id="19" name="Text 17"/>
          <p:cNvSpPr/>
          <p:nvPr/>
        </p:nvSpPr>
        <p:spPr>
          <a:xfrm>
            <a:off x="8412480" y="3657600"/>
            <a:ext cx="3108960" cy="868680"/>
          </a:xfrm>
          <a:prstGeom prst="rect">
            <a:avLst/>
          </a:prstGeom>
          <a:noFill/>
          <a:ln/>
        </p:spPr>
        <p:txBody>
          <a:bodyPr wrap="square" lIns="0" tIns="0" rIns="0" bIns="0" rtlCol="0" anchor="t"/>
          <a:lstStyle/>
          <a:p>
            <a:pPr algn="ctr" indent="0" marL="0">
              <a:buNone/>
            </a:pPr>
            <a:r>
              <a:rPr lang="en-US" sz="2100" b="1" dirty="0">
                <a:solidFill>
                  <a:schemeClr val="tx1"/>
                </a:solidFill>
              </a:rPr>
              <a:t>해례본 완성 ·</a:t>
            </a:r>
            <a:endParaRPr lang="en-US" sz="2100" dirty="0"/>
          </a:p>
          <a:p>
            <a:pPr algn="ctr" indent="0" marL="0">
              <a:buNone/>
            </a:pPr>
            <a:r>
              <a:rPr lang="en-US" sz="2100" b="1" dirty="0">
                <a:solidFill>
                  <a:schemeClr val="tx1"/>
                </a:solidFill>
              </a:rPr>
              <a:t>반포</a:t>
            </a:r>
            <a:endParaRPr lang="en-US" sz="2100" dirty="0"/>
          </a:p>
        </p:txBody>
      </p:sp>
      <p:sp>
        <p:nvSpPr>
          <p:cNvPr id="20" name="Text 18"/>
          <p:cNvSpPr/>
          <p:nvPr/>
        </p:nvSpPr>
        <p:spPr>
          <a:xfrm>
            <a:off x="8503920" y="4526280"/>
            <a:ext cx="2926080" cy="320040"/>
          </a:xfrm>
          <a:prstGeom prst="rect">
            <a:avLst/>
          </a:prstGeom>
          <a:noFill/>
          <a:ln/>
        </p:spPr>
        <p:txBody>
          <a:bodyPr wrap="square" lIns="0" tIns="0" rIns="0" bIns="0" rtlCol="0" anchor="t"/>
          <a:lstStyle/>
          <a:p>
            <a:pPr algn="ctr" indent="0" marL="0">
              <a:buNone/>
            </a:pPr>
            <a:r>
              <a:rPr lang="en-US" sz="1400" b="1" dirty="0">
                <a:solidFill>
                  <a:schemeClr val="tx2"/>
                </a:solidFill>
              </a:rPr>
              <a:t>사료 C · D</a:t>
            </a:r>
            <a:endParaRPr lang="en-US" sz="1400" dirty="0"/>
          </a:p>
        </p:txBody>
      </p:sp>
      <p:sp>
        <p:nvSpPr>
          <p:cNvPr id="21" name="card"/>
          <p:cNvSpPr/>
          <p:nvPr/>
        </p:nvSpPr>
        <p:spPr>
          <a:xfrm>
            <a:off x="640080" y="5074920"/>
            <a:ext cx="10927080" cy="868680"/>
          </a:xfrm>
          <a:prstGeom prst="roundRect">
            <a:avLst>
              <a:gd name="adj" fmla="val 26316"/>
            </a:avLst>
          </a:prstGeom>
          <a:solidFill>
            <a:schemeClr val="accent3">
              <a:alpha val="30000"/>
            </a:schemeClr>
          </a:solidFill>
          <a:ln/>
        </p:spPr>
      </p:sp>
      <p:sp>
        <p:nvSpPr>
          <p:cNvPr id="22" name="Text 20"/>
          <p:cNvSpPr/>
          <p:nvPr/>
        </p:nvSpPr>
        <p:spPr>
          <a:xfrm>
            <a:off x="960120" y="5074920"/>
            <a:ext cx="10332720" cy="868680"/>
          </a:xfrm>
          <a:prstGeom prst="rect">
            <a:avLst/>
          </a:prstGeom>
          <a:noFill/>
          <a:ln/>
        </p:spPr>
        <p:txBody>
          <a:bodyPr wrap="square" lIns="0" tIns="0" rIns="0" bIns="0" rtlCol="0" anchor="ctr"/>
          <a:lstStyle/>
          <a:p>
            <a:pPr indent="0" marL="0">
              <a:buNone/>
            </a:pPr>
            <a:r>
              <a:rPr lang="en-US" sz="1900" b="1" dirty="0">
                <a:solidFill>
                  <a:schemeClr val="tx1"/>
                </a:solidFill>
              </a:rPr>
              <a:t>한글날 10월 9일은 해례본에 적힌 날짜(음력 9월 상순)를 오늘의 달력으로 바꾼 날이에요.</a:t>
            </a:r>
            <a:endParaRPr lang="en-US" sz="19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mark-dot"/>
          <p:cNvSpPr/>
          <p:nvPr/>
        </p:nvSpPr>
        <p:spPr>
          <a:xfrm>
            <a:off x="640080" y="471830"/>
            <a:ext cx="175565" cy="175565"/>
          </a:xfrm>
          <a:prstGeom prst="ellipse">
            <a:avLst/>
          </a:prstGeom>
          <a:solidFill>
            <a:schemeClr val="accent2"/>
          </a:solidFill>
          <a:ln/>
        </p:spPr>
      </p:sp>
      <p:sp>
        <p:nvSpPr>
          <p:cNvPr id="3" name="mark-bar"/>
          <p:cNvSpPr/>
          <p:nvPr/>
        </p:nvSpPr>
        <p:spPr>
          <a:xfrm>
            <a:off x="874166" y="515722"/>
            <a:ext cx="365760" cy="87782"/>
          </a:xfrm>
          <a:prstGeom prst="roundRect">
            <a:avLst>
              <a:gd name="adj" fmla="val 50000"/>
            </a:avLst>
          </a:prstGeom>
          <a:solidFill>
            <a:schemeClr val="accent3"/>
          </a:solidFill>
          <a:ln/>
        </p:spPr>
      </p:sp>
      <p:sp>
        <p:nvSpPr>
          <p:cNvPr id="4" name="mark-stem"/>
          <p:cNvSpPr/>
          <p:nvPr/>
        </p:nvSpPr>
        <p:spPr>
          <a:xfrm>
            <a:off x="1298448" y="384048"/>
            <a:ext cx="87782" cy="351130"/>
          </a:xfrm>
          <a:prstGeom prst="roundRect">
            <a:avLst>
              <a:gd name="adj" fmla="val 50000"/>
            </a:avLst>
          </a:prstGeom>
          <a:solidFill>
            <a:schemeClr val="accent1"/>
          </a:solidFill>
          <a:ln/>
        </p:spPr>
      </p:sp>
      <p:sp>
        <p:nvSpPr>
          <p:cNvPr id="5" name="eyebrow-pill"/>
          <p:cNvSpPr/>
          <p:nvPr/>
        </p:nvSpPr>
        <p:spPr>
          <a:xfrm>
            <a:off x="1508760" y="384048"/>
            <a:ext cx="1316736" cy="384048"/>
          </a:xfrm>
          <a:prstGeom prst="roundRect">
            <a:avLst>
              <a:gd name="adj" fmla="val 50000"/>
            </a:avLst>
          </a:prstGeom>
          <a:solidFill>
            <a:schemeClr val="accent2"/>
          </a:solidFill>
          <a:ln/>
        </p:spPr>
      </p:sp>
      <p:sp>
        <p:nvSpPr>
          <p:cNvPr id="6" name="Text 4"/>
          <p:cNvSpPr/>
          <p:nvPr/>
        </p:nvSpPr>
        <p:spPr>
          <a:xfrm>
            <a:off x="1508760" y="384048"/>
            <a:ext cx="1316736" cy="384048"/>
          </a:xfrm>
          <a:prstGeom prst="rect">
            <a:avLst/>
          </a:prstGeom>
          <a:noFill/>
          <a:ln/>
        </p:spPr>
        <p:txBody>
          <a:bodyPr wrap="square" lIns="0" tIns="0" rIns="0" bIns="0" rtlCol="0" anchor="ctr"/>
          <a:lstStyle/>
          <a:p>
            <a:pPr algn="ctr" indent="0" marL="0">
              <a:buNone/>
            </a:pPr>
            <a:r>
              <a:rPr lang="en-US" sz="1400" b="1" dirty="0">
                <a:solidFill>
                  <a:schemeClr val="bg1"/>
                </a:solidFill>
              </a:rPr>
              <a:t>2 훈민정음</a:t>
            </a:r>
            <a:endParaRPr lang="en-US" sz="1400" dirty="0"/>
          </a:p>
        </p:txBody>
      </p:sp>
      <p:sp>
        <p:nvSpPr>
          <p:cNvPr id="7" name="Text 1"/>
          <p:cNvSpPr/>
          <p:nvPr>
            <p:ph idx="101" type="title" hasCustomPrompt="1"/>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chemeClr val="tx1"/>
                </a:solidFill>
              </a:rPr>
              <a:t>기록일까, 상상일까?</a:t>
            </a:r>
            <a:endParaRPr lang="en-US" sz="3800" dirty="0"/>
          </a:p>
        </p:txBody>
      </p:sp>
      <p:sp>
        <p:nvSpPr>
          <p:cNvPr id="8" name="card"/>
          <p:cNvSpPr/>
          <p:nvPr/>
        </p:nvSpPr>
        <p:spPr>
          <a:xfrm>
            <a:off x="640080" y="2011680"/>
            <a:ext cx="3474720" cy="3200400"/>
          </a:xfrm>
          <a:prstGeom prst="roundRect">
            <a:avLst>
              <a:gd name="adj" fmla="val 7143"/>
            </a:avLst>
          </a:prstGeom>
          <a:solidFill>
            <a:schemeClr val="bg1"/>
          </a:solidFill>
          <a:ln w="15875">
            <a:solidFill>
              <a:srgbClr val="E4DFD2"/>
            </a:solidFill>
            <a:prstDash val="solid"/>
          </a:ln>
        </p:spPr>
      </p:sp>
      <p:sp>
        <p:nvSpPr>
          <p:cNvPr id="9" name="num"/>
          <p:cNvSpPr/>
          <p:nvPr/>
        </p:nvSpPr>
        <p:spPr>
          <a:xfrm>
            <a:off x="914400" y="2240280"/>
            <a:ext cx="685800" cy="685800"/>
          </a:xfrm>
          <a:prstGeom prst="ellipse">
            <a:avLst/>
          </a:prstGeom>
          <a:solidFill>
            <a:schemeClr val="accent1"/>
          </a:solidFill>
          <a:ln/>
        </p:spPr>
      </p:sp>
      <p:sp>
        <p:nvSpPr>
          <p:cNvPr id="10" name="Text 8"/>
          <p:cNvSpPr/>
          <p:nvPr/>
        </p:nvSpPr>
        <p:spPr>
          <a:xfrm>
            <a:off x="914400" y="224028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11" name="Text 9"/>
          <p:cNvSpPr/>
          <p:nvPr/>
        </p:nvSpPr>
        <p:spPr>
          <a:xfrm>
            <a:off x="914400" y="3108960"/>
            <a:ext cx="2926080" cy="1371600"/>
          </a:xfrm>
          <a:prstGeom prst="rect">
            <a:avLst/>
          </a:prstGeom>
          <a:noFill/>
          <a:ln/>
        </p:spPr>
        <p:txBody>
          <a:bodyPr wrap="square" lIns="0" tIns="0" rIns="0" bIns="0" rtlCol="0" anchor="t"/>
          <a:lstStyle/>
          <a:p>
            <a:pPr indent="0" marL="0">
              <a:buNone/>
            </a:pPr>
            <a:r>
              <a:rPr lang="en-US" sz="2200" b="1" dirty="0">
                <a:solidFill>
                  <a:schemeClr val="tx1"/>
                </a:solidFill>
              </a:rPr>
              <a:t>세종은 새 문자 28자를 만들었다.</a:t>
            </a:r>
            <a:endParaRPr lang="en-US" sz="2200" dirty="0"/>
          </a:p>
        </p:txBody>
      </p:sp>
      <p:sp>
        <p:nvSpPr>
          <p:cNvPr id="12" name="Text 10"/>
          <p:cNvSpPr/>
          <p:nvPr/>
        </p:nvSpPr>
        <p:spPr>
          <a:xfrm>
            <a:off x="914400" y="4617720"/>
            <a:ext cx="2926080" cy="365760"/>
          </a:xfrm>
          <a:prstGeom prst="rect">
            <a:avLst/>
          </a:prstGeom>
          <a:noFill/>
          <a:ln/>
        </p:spPr>
        <p:txBody>
          <a:bodyPr wrap="square" lIns="0" tIns="0" rIns="0" bIns="0" rtlCol="0" anchor="t"/>
          <a:lstStyle/>
          <a:p>
            <a:pPr indent="0" marL="0">
              <a:buNone/>
            </a:pPr>
            <a:r>
              <a:rPr lang="en-US" sz="1500" b="1" dirty="0">
                <a:solidFill>
                  <a:schemeClr val="tx2"/>
                </a:solidFill>
              </a:rPr>
              <a:t>사실 · 상상 · 섞였어요</a:t>
            </a:r>
            <a:endParaRPr lang="en-US" sz="1500" dirty="0"/>
          </a:p>
        </p:txBody>
      </p:sp>
      <p:sp>
        <p:nvSpPr>
          <p:cNvPr id="13" name="card"/>
          <p:cNvSpPr/>
          <p:nvPr/>
        </p:nvSpPr>
        <p:spPr>
          <a:xfrm>
            <a:off x="4370832" y="2011680"/>
            <a:ext cx="3474720" cy="3200400"/>
          </a:xfrm>
          <a:prstGeom prst="roundRect">
            <a:avLst>
              <a:gd name="adj" fmla="val 7143"/>
            </a:avLst>
          </a:prstGeom>
          <a:solidFill>
            <a:schemeClr val="bg1"/>
          </a:solidFill>
          <a:ln w="15875">
            <a:solidFill>
              <a:srgbClr val="E4DFD2"/>
            </a:solidFill>
            <a:prstDash val="solid"/>
          </a:ln>
        </p:spPr>
      </p:sp>
      <p:sp>
        <p:nvSpPr>
          <p:cNvPr id="14" name="num"/>
          <p:cNvSpPr/>
          <p:nvPr/>
        </p:nvSpPr>
        <p:spPr>
          <a:xfrm>
            <a:off x="4645152" y="2240280"/>
            <a:ext cx="685800" cy="685800"/>
          </a:xfrm>
          <a:prstGeom prst="ellipse">
            <a:avLst/>
          </a:prstGeom>
          <a:solidFill>
            <a:schemeClr val="accent3"/>
          </a:solidFill>
          <a:ln/>
        </p:spPr>
      </p:sp>
      <p:sp>
        <p:nvSpPr>
          <p:cNvPr id="15" name="Text 13"/>
          <p:cNvSpPr/>
          <p:nvPr/>
        </p:nvSpPr>
        <p:spPr>
          <a:xfrm>
            <a:off x="4645152" y="2240280"/>
            <a:ext cx="685800" cy="685800"/>
          </a:xfrm>
          <a:prstGeom prst="rect">
            <a:avLst/>
          </a:prstGeom>
          <a:noFill/>
          <a:ln/>
        </p:spPr>
        <p:txBody>
          <a:bodyPr wrap="square" lIns="0" tIns="0" rIns="0" bIns="0" rtlCol="0" anchor="ctr"/>
          <a:lstStyle/>
          <a:p>
            <a:pPr algn="ctr" indent="0" marL="0">
              <a:buNone/>
            </a:pPr>
            <a:r>
              <a:rPr lang="en-US" sz="2600" b="1" dirty="0">
                <a:solidFill>
                  <a:schemeClr val="tx1"/>
                </a:solidFill>
              </a:rPr>
              <a:t>2</a:t>
            </a:r>
            <a:endParaRPr lang="en-US" sz="2600" dirty="0"/>
          </a:p>
        </p:txBody>
      </p:sp>
      <p:sp>
        <p:nvSpPr>
          <p:cNvPr id="16" name="Text 14"/>
          <p:cNvSpPr/>
          <p:nvPr/>
        </p:nvSpPr>
        <p:spPr>
          <a:xfrm>
            <a:off x="4645152" y="3108960"/>
            <a:ext cx="2926080" cy="1371600"/>
          </a:xfrm>
          <a:prstGeom prst="rect">
            <a:avLst/>
          </a:prstGeom>
          <a:noFill/>
          <a:ln/>
        </p:spPr>
        <p:txBody>
          <a:bodyPr wrap="square" lIns="0" tIns="0" rIns="0" bIns="0" rtlCol="0" anchor="t"/>
          <a:lstStyle/>
          <a:p>
            <a:pPr indent="0" marL="0">
              <a:buNone/>
            </a:pPr>
            <a:r>
              <a:rPr lang="en-US" sz="2200" b="1" dirty="0">
                <a:solidFill>
                  <a:schemeClr val="tx1"/>
                </a:solidFill>
              </a:rPr>
              <a:t>반대하는 신하들은 상소를 유튜브 생방송으로 올렸다.</a:t>
            </a:r>
            <a:endParaRPr lang="en-US" sz="2200" dirty="0"/>
          </a:p>
        </p:txBody>
      </p:sp>
      <p:sp>
        <p:nvSpPr>
          <p:cNvPr id="17" name="Text 15"/>
          <p:cNvSpPr/>
          <p:nvPr/>
        </p:nvSpPr>
        <p:spPr>
          <a:xfrm>
            <a:off x="4645152" y="4617720"/>
            <a:ext cx="2926080" cy="365760"/>
          </a:xfrm>
          <a:prstGeom prst="rect">
            <a:avLst/>
          </a:prstGeom>
          <a:noFill/>
          <a:ln/>
        </p:spPr>
        <p:txBody>
          <a:bodyPr wrap="square" lIns="0" tIns="0" rIns="0" bIns="0" rtlCol="0" anchor="t"/>
          <a:lstStyle/>
          <a:p>
            <a:pPr indent="0" marL="0">
              <a:buNone/>
            </a:pPr>
            <a:r>
              <a:rPr lang="en-US" sz="1500" b="1" dirty="0">
                <a:solidFill>
                  <a:schemeClr val="tx2"/>
                </a:solidFill>
              </a:rPr>
              <a:t>사실 · 상상 · 섞였어요</a:t>
            </a:r>
            <a:endParaRPr lang="en-US" sz="1500" dirty="0"/>
          </a:p>
        </p:txBody>
      </p:sp>
      <p:sp>
        <p:nvSpPr>
          <p:cNvPr id="18" name="card"/>
          <p:cNvSpPr/>
          <p:nvPr/>
        </p:nvSpPr>
        <p:spPr>
          <a:xfrm>
            <a:off x="8101584" y="2011680"/>
            <a:ext cx="3474720" cy="3200400"/>
          </a:xfrm>
          <a:prstGeom prst="roundRect">
            <a:avLst>
              <a:gd name="adj" fmla="val 7143"/>
            </a:avLst>
          </a:prstGeom>
          <a:solidFill>
            <a:schemeClr val="bg1"/>
          </a:solidFill>
          <a:ln w="15875">
            <a:solidFill>
              <a:srgbClr val="E4DFD2"/>
            </a:solidFill>
            <a:prstDash val="solid"/>
          </a:ln>
        </p:spPr>
      </p:sp>
      <p:sp>
        <p:nvSpPr>
          <p:cNvPr id="19" name="num"/>
          <p:cNvSpPr/>
          <p:nvPr/>
        </p:nvSpPr>
        <p:spPr>
          <a:xfrm>
            <a:off x="8375904" y="2240280"/>
            <a:ext cx="685800" cy="685800"/>
          </a:xfrm>
          <a:prstGeom prst="ellipse">
            <a:avLst/>
          </a:prstGeom>
          <a:solidFill>
            <a:schemeClr val="accent4"/>
          </a:solidFill>
          <a:ln/>
        </p:spPr>
      </p:sp>
      <p:sp>
        <p:nvSpPr>
          <p:cNvPr id="20" name="Text 18"/>
          <p:cNvSpPr/>
          <p:nvPr/>
        </p:nvSpPr>
        <p:spPr>
          <a:xfrm>
            <a:off x="8375904" y="224028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21" name="Text 19"/>
          <p:cNvSpPr/>
          <p:nvPr/>
        </p:nvSpPr>
        <p:spPr>
          <a:xfrm>
            <a:off x="8375904" y="3108960"/>
            <a:ext cx="2926080" cy="1371600"/>
          </a:xfrm>
          <a:prstGeom prst="rect">
            <a:avLst/>
          </a:prstGeom>
          <a:noFill/>
          <a:ln/>
        </p:spPr>
        <p:txBody>
          <a:bodyPr wrap="square" lIns="0" tIns="0" rIns="0" bIns="0" rtlCol="0" anchor="t"/>
          <a:lstStyle/>
          <a:p>
            <a:pPr indent="0" marL="0">
              <a:buNone/>
            </a:pPr>
            <a:r>
              <a:rPr lang="en-US" sz="2200" b="1" dirty="0">
                <a:solidFill>
                  <a:schemeClr val="tx1"/>
                </a:solidFill>
              </a:rPr>
              <a:t>서당 아이들의 챌린지로 한글이 퍼졌다.</a:t>
            </a:r>
            <a:endParaRPr lang="en-US" sz="2200" dirty="0"/>
          </a:p>
        </p:txBody>
      </p:sp>
      <p:sp>
        <p:nvSpPr>
          <p:cNvPr id="22" name="Text 20"/>
          <p:cNvSpPr/>
          <p:nvPr/>
        </p:nvSpPr>
        <p:spPr>
          <a:xfrm>
            <a:off x="8375904" y="4617720"/>
            <a:ext cx="2926080" cy="365760"/>
          </a:xfrm>
          <a:prstGeom prst="rect">
            <a:avLst/>
          </a:prstGeom>
          <a:noFill/>
          <a:ln/>
        </p:spPr>
        <p:txBody>
          <a:bodyPr wrap="square" lIns="0" tIns="0" rIns="0" bIns="0" rtlCol="0" anchor="t"/>
          <a:lstStyle/>
          <a:p>
            <a:pPr indent="0" marL="0">
              <a:buNone/>
            </a:pPr>
            <a:r>
              <a:rPr lang="en-US" sz="1500" b="1" dirty="0">
                <a:solidFill>
                  <a:schemeClr val="tx2"/>
                </a:solidFill>
              </a:rPr>
              <a:t>사실 · 상상 · 섞였어요</a:t>
            </a:r>
            <a:endParaRPr lang="en-US" sz="1500" dirty="0"/>
          </a:p>
        </p:txBody>
      </p:sp>
      <p:sp>
        <p:nvSpPr>
          <p:cNvPr id="23" name="Text 21"/>
          <p:cNvSpPr/>
          <p:nvPr/>
        </p:nvSpPr>
        <p:spPr>
          <a:xfrm>
            <a:off x="640080" y="5440680"/>
            <a:ext cx="8778240" cy="457200"/>
          </a:xfrm>
          <a:prstGeom prst="rect">
            <a:avLst/>
          </a:prstGeom>
          <a:noFill/>
          <a:ln/>
        </p:spPr>
        <p:txBody>
          <a:bodyPr wrap="square" lIns="0" tIns="0" rIns="0" bIns="0" rtlCol="0" anchor="ctr"/>
          <a:lstStyle/>
          <a:p>
            <a:pPr indent="0" marL="0">
              <a:buNone/>
            </a:pPr>
            <a:r>
              <a:rPr lang="en-US" sz="2100" b="1" dirty="0">
                <a:solidFill>
                  <a:schemeClr val="accent2"/>
                </a:solidFill>
              </a:rPr>
              <a:t>섞인 문장은 나누어 말해요. 근거는 사료 A~E에서 찾아요.</a:t>
            </a:r>
            <a:endParaRPr lang="en-US" sz="2100" dirty="0"/>
          </a:p>
        </p:txBody>
      </p:sp>
      <p:sp>
        <p:nvSpPr>
          <p:cNvPr id="24" name="pill"/>
          <p:cNvSpPr/>
          <p:nvPr/>
        </p:nvSpPr>
        <p:spPr>
          <a:xfrm>
            <a:off x="10104120" y="5440680"/>
            <a:ext cx="1463040" cy="457200"/>
          </a:xfrm>
          <a:prstGeom prst="roundRect">
            <a:avLst>
              <a:gd name="adj" fmla="val 50000"/>
            </a:avLst>
          </a:prstGeom>
          <a:solidFill>
            <a:schemeClr val="accent3"/>
          </a:solidFill>
          <a:ln/>
        </p:spPr>
      </p:sp>
      <p:sp>
        <p:nvSpPr>
          <p:cNvPr id="25" name="Text 23"/>
          <p:cNvSpPr/>
          <p:nvPr/>
        </p:nvSpPr>
        <p:spPr>
          <a:xfrm>
            <a:off x="10104120" y="5440680"/>
            <a:ext cx="1463040" cy="457200"/>
          </a:xfrm>
          <a:prstGeom prst="rect">
            <a:avLst/>
          </a:prstGeom>
          <a:noFill/>
          <a:ln/>
        </p:spPr>
        <p:txBody>
          <a:bodyPr wrap="square" lIns="0" tIns="0" rIns="0" bIns="0" rtlCol="0" anchor="ctr"/>
          <a:lstStyle/>
          <a:p>
            <a:pPr algn="ctr" indent="0" marL="0">
              <a:buNone/>
            </a:pPr>
            <a:r>
              <a:rPr lang="en-US" sz="1600" b="1" dirty="0">
                <a:solidFill>
                  <a:schemeClr val="tx1"/>
                </a:solidFill>
              </a:rPr>
              <a:t>활동지 2</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22960" y="1417320"/>
            <a:ext cx="2743200" cy="731520"/>
          </a:xfrm>
          <a:prstGeom prst="rect">
            <a:avLst/>
          </a:prstGeom>
          <a:noFill/>
          <a:ln/>
        </p:spPr>
        <p:txBody>
          <a:bodyPr wrap="square" lIns="0" tIns="0" rIns="0" bIns="0" rtlCol="0" anchor="t"/>
          <a:lstStyle/>
          <a:p>
            <a:pPr indent="0" marL="0">
              <a:buNone/>
            </a:pPr>
            <a:r>
              <a:rPr lang="en-US" sz="4000" b="1" dirty="0">
                <a:solidFill>
                  <a:schemeClr val="accent4"/>
                </a:solidFill>
              </a:rPr>
              <a:t>3</a:t>
            </a:r>
            <a:endParaRPr lang="en-US" sz="4000" dirty="0"/>
          </a:p>
        </p:txBody>
      </p:sp>
      <p:sp>
        <p:nvSpPr>
          <p:cNvPr id="3" name="Text 1"/>
          <p:cNvSpPr/>
          <p:nvPr>
            <p:ph idx="101" type="title" hasCustomPrompt="1"/>
          </p:nvPr>
        </p:nvSpPr>
        <p:spPr>
          <a:xfrm>
            <a:off x="822960" y="2011680"/>
            <a:ext cx="7498080" cy="2011680"/>
          </a:xfrm>
          <a:prstGeom prst="rect">
            <a:avLst/>
          </a:prstGeom>
          <a:noFill/>
          <a:ln/>
        </p:spPr>
        <p:txBody>
          <a:bodyPr wrap="square" lIns="0" tIns="0" rIns="0" bIns="0" rtlCol="0" anchor="t"/>
          <a:lstStyle/>
          <a:p>
            <a:pPr algn="l" indent="0" marL="0">
              <a:lnSpc>
                <a:spcPct val="105000"/>
              </a:lnSpc>
              <a:buNone/>
            </a:pPr>
            <a:r>
              <a:rPr lang="en-US" sz="5200" b="1" dirty="0">
                <a:solidFill>
                  <a:schemeClr val="bg1"/>
                </a:solidFill>
              </a:rPr>
              <a:t>오늘의 한글</a:t>
            </a:r>
            <a:endParaRPr lang="en-US" sz="5200" dirty="0"/>
          </a:p>
        </p:txBody>
      </p:sp>
      <p:sp>
        <p:nvSpPr>
          <p:cNvPr id="4" name="Text 2"/>
          <p:cNvSpPr/>
          <p:nvPr/>
        </p:nvSpPr>
        <p:spPr>
          <a:xfrm>
            <a:off x="822960" y="3063240"/>
            <a:ext cx="7132320" cy="548640"/>
          </a:xfrm>
          <a:prstGeom prst="rect">
            <a:avLst/>
          </a:prstGeom>
          <a:noFill/>
          <a:ln/>
        </p:spPr>
        <p:txBody>
          <a:bodyPr wrap="square" lIns="0" tIns="0" rIns="0" bIns="0" rtlCol="0" anchor="t"/>
          <a:lstStyle/>
          <a:p>
            <a:pPr indent="0" marL="0">
              <a:buNone/>
            </a:pPr>
            <a:r>
              <a:rPr lang="en-US" sz="2400" dirty="0">
                <a:solidFill>
                  <a:schemeClr val="bg2"/>
                </a:solidFill>
              </a:rPr>
              <a:t>내 생활 속에서 한글이 하는 일</a:t>
            </a:r>
            <a:endParaRPr lang="en-US" sz="2400" dirty="0"/>
          </a:p>
        </p:txBody>
      </p:sp>
      <p:sp>
        <p:nvSpPr>
          <p:cNvPr id="5" name="deco-sky"/>
          <p:cNvSpPr/>
          <p:nvPr/>
        </p:nvSpPr>
        <p:spPr>
          <a:xfrm>
            <a:off x="8732520" y="822960"/>
            <a:ext cx="1920240" cy="1920240"/>
          </a:xfrm>
          <a:prstGeom prst="ellipse">
            <a:avLst/>
          </a:prstGeom>
          <a:solidFill>
            <a:schemeClr val="accent3"/>
          </a:solidFill>
          <a:ln/>
        </p:spPr>
      </p:sp>
      <p:sp>
        <p:nvSpPr>
          <p:cNvPr id="6" name="deco-earth"/>
          <p:cNvSpPr/>
          <p:nvPr/>
        </p:nvSpPr>
        <p:spPr>
          <a:xfrm>
            <a:off x="8046720" y="3977640"/>
            <a:ext cx="3566160" cy="640080"/>
          </a:xfrm>
          <a:prstGeom prst="roundRect">
            <a:avLst>
              <a:gd name="adj" fmla="val 50000"/>
            </a:avLst>
          </a:prstGeom>
          <a:solidFill>
            <a:schemeClr val="accent2"/>
          </a:solidFill>
          <a:ln/>
        </p:spPr>
      </p:sp>
      <p:sp>
        <p:nvSpPr>
          <p:cNvPr id="7" name="deco-person"/>
          <p:cNvSpPr/>
          <p:nvPr/>
        </p:nvSpPr>
        <p:spPr>
          <a:xfrm>
            <a:off x="10972800" y="1463040"/>
            <a:ext cx="640080" cy="2240280"/>
          </a:xfrm>
          <a:prstGeom prst="roundRect">
            <a:avLst>
              <a:gd name="adj" fmla="val 50000"/>
            </a:avLst>
          </a:prstGeom>
          <a:solidFill>
            <a:schemeClr val="accent1"/>
          </a:solidFill>
          <a:ln/>
        </p:spPr>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mark-dot"/>
          <p:cNvSpPr/>
          <p:nvPr/>
        </p:nvSpPr>
        <p:spPr>
          <a:xfrm>
            <a:off x="640080" y="471830"/>
            <a:ext cx="175565" cy="175565"/>
          </a:xfrm>
          <a:prstGeom prst="ellipse">
            <a:avLst/>
          </a:prstGeom>
          <a:solidFill>
            <a:schemeClr val="accent2"/>
          </a:solidFill>
          <a:ln/>
        </p:spPr>
      </p:sp>
      <p:sp>
        <p:nvSpPr>
          <p:cNvPr id="3" name="mark-bar"/>
          <p:cNvSpPr/>
          <p:nvPr/>
        </p:nvSpPr>
        <p:spPr>
          <a:xfrm>
            <a:off x="874166" y="515722"/>
            <a:ext cx="365760" cy="87782"/>
          </a:xfrm>
          <a:prstGeom prst="roundRect">
            <a:avLst>
              <a:gd name="adj" fmla="val 50000"/>
            </a:avLst>
          </a:prstGeom>
          <a:solidFill>
            <a:schemeClr val="accent3"/>
          </a:solidFill>
          <a:ln/>
        </p:spPr>
      </p:sp>
      <p:sp>
        <p:nvSpPr>
          <p:cNvPr id="4" name="mark-stem"/>
          <p:cNvSpPr/>
          <p:nvPr/>
        </p:nvSpPr>
        <p:spPr>
          <a:xfrm>
            <a:off x="1298448" y="384048"/>
            <a:ext cx="87782" cy="351130"/>
          </a:xfrm>
          <a:prstGeom prst="roundRect">
            <a:avLst>
              <a:gd name="adj" fmla="val 50000"/>
            </a:avLst>
          </a:prstGeom>
          <a:solidFill>
            <a:schemeClr val="accent1"/>
          </a:solidFill>
          <a:ln/>
        </p:spPr>
      </p:sp>
      <p:sp>
        <p:nvSpPr>
          <p:cNvPr id="5" name="eyebrow-pill"/>
          <p:cNvSpPr/>
          <p:nvPr/>
        </p:nvSpPr>
        <p:spPr>
          <a:xfrm>
            <a:off x="1508760" y="384048"/>
            <a:ext cx="1664208" cy="384048"/>
          </a:xfrm>
          <a:prstGeom prst="roundRect">
            <a:avLst>
              <a:gd name="adj" fmla="val 50000"/>
            </a:avLst>
          </a:prstGeom>
          <a:solidFill>
            <a:schemeClr val="accent4"/>
          </a:solidFill>
          <a:ln/>
        </p:spPr>
      </p:sp>
      <p:sp>
        <p:nvSpPr>
          <p:cNvPr id="6" name="Text 4"/>
          <p:cNvSpPr/>
          <p:nvPr/>
        </p:nvSpPr>
        <p:spPr>
          <a:xfrm>
            <a:off x="1508760" y="384048"/>
            <a:ext cx="1664208" cy="384048"/>
          </a:xfrm>
          <a:prstGeom prst="rect">
            <a:avLst/>
          </a:prstGeom>
          <a:noFill/>
          <a:ln/>
        </p:spPr>
        <p:txBody>
          <a:bodyPr wrap="square" lIns="0" tIns="0" rIns="0" bIns="0" rtlCol="0" anchor="ctr"/>
          <a:lstStyle/>
          <a:p>
            <a:pPr algn="ctr" indent="0" marL="0">
              <a:buNone/>
            </a:pPr>
            <a:r>
              <a:rPr lang="en-US" sz="1400" b="1" dirty="0">
                <a:solidFill>
                  <a:schemeClr val="bg1"/>
                </a:solidFill>
              </a:rPr>
              <a:t>3 오늘의 한글</a:t>
            </a:r>
            <a:endParaRPr lang="en-US" sz="1400" dirty="0"/>
          </a:p>
        </p:txBody>
      </p:sp>
      <p:sp>
        <p:nvSpPr>
          <p:cNvPr id="7" name="Text 1"/>
          <p:cNvSpPr/>
          <p:nvPr>
            <p:ph idx="101" type="title" hasCustomPrompt="1"/>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chemeClr val="tx1"/>
                </a:solidFill>
              </a:rPr>
              <a:t>세종대왕께 편지를 써요</a:t>
            </a:r>
            <a:endParaRPr lang="en-US" sz="3800" dirty="0"/>
          </a:p>
        </p:txBody>
      </p:sp>
      <p:sp>
        <p:nvSpPr>
          <p:cNvPr id="8" name="step"/>
          <p:cNvSpPr/>
          <p:nvPr/>
        </p:nvSpPr>
        <p:spPr>
          <a:xfrm>
            <a:off x="640080" y="2103120"/>
            <a:ext cx="731520" cy="731520"/>
          </a:xfrm>
          <a:prstGeom prst="ellipse">
            <a:avLst/>
          </a:prstGeom>
          <a:solidFill>
            <a:schemeClr val="accent4"/>
          </a:solidFill>
          <a:ln/>
        </p:spPr>
      </p:sp>
      <p:sp>
        <p:nvSpPr>
          <p:cNvPr id="9" name="Text 7"/>
          <p:cNvSpPr/>
          <p:nvPr/>
        </p:nvSpPr>
        <p:spPr>
          <a:xfrm>
            <a:off x="640080" y="21031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10" name="Text 8"/>
          <p:cNvSpPr/>
          <p:nvPr/>
        </p:nvSpPr>
        <p:spPr>
          <a:xfrm>
            <a:off x="1600200" y="2103120"/>
            <a:ext cx="4937760" cy="731520"/>
          </a:xfrm>
          <a:prstGeom prst="rect">
            <a:avLst/>
          </a:prstGeom>
          <a:noFill/>
          <a:ln/>
        </p:spPr>
        <p:txBody>
          <a:bodyPr wrap="square" lIns="0" tIns="0" rIns="0" bIns="0" rtlCol="0" anchor="ctr"/>
          <a:lstStyle/>
          <a:p>
            <a:pPr indent="0" marL="0">
              <a:buNone/>
            </a:pPr>
            <a:r>
              <a:rPr lang="en-US" sz="2300" b="1" dirty="0">
                <a:solidFill>
                  <a:schemeClr val="tx1"/>
                </a:solidFill>
              </a:rPr>
              <a:t>한글이 도움이 된 순간을 떠올려요</a:t>
            </a:r>
            <a:endParaRPr lang="en-US" sz="2300" dirty="0"/>
          </a:p>
        </p:txBody>
      </p:sp>
      <p:sp>
        <p:nvSpPr>
          <p:cNvPr id="11" name="step"/>
          <p:cNvSpPr/>
          <p:nvPr/>
        </p:nvSpPr>
        <p:spPr>
          <a:xfrm>
            <a:off x="640080" y="3200400"/>
            <a:ext cx="731520" cy="731520"/>
          </a:xfrm>
          <a:prstGeom prst="ellipse">
            <a:avLst/>
          </a:prstGeom>
          <a:solidFill>
            <a:schemeClr val="accent4"/>
          </a:solidFill>
          <a:ln/>
        </p:spPr>
      </p:sp>
      <p:sp>
        <p:nvSpPr>
          <p:cNvPr id="12" name="Text 10"/>
          <p:cNvSpPr/>
          <p:nvPr/>
        </p:nvSpPr>
        <p:spPr>
          <a:xfrm>
            <a:off x="640080" y="32004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3" name="Text 11"/>
          <p:cNvSpPr/>
          <p:nvPr/>
        </p:nvSpPr>
        <p:spPr>
          <a:xfrm>
            <a:off x="1600200" y="3200400"/>
            <a:ext cx="4937760" cy="731520"/>
          </a:xfrm>
          <a:prstGeom prst="rect">
            <a:avLst/>
          </a:prstGeom>
          <a:noFill/>
          <a:ln/>
        </p:spPr>
        <p:txBody>
          <a:bodyPr wrap="square" lIns="0" tIns="0" rIns="0" bIns="0" rtlCol="0" anchor="ctr"/>
          <a:lstStyle/>
          <a:p>
            <a:pPr indent="0" marL="0">
              <a:buNone/>
            </a:pPr>
            <a:r>
              <a:rPr lang="en-US" sz="2300" b="1" dirty="0">
                <a:solidFill>
                  <a:schemeClr val="tx1"/>
                </a:solidFill>
              </a:rPr>
              <a:t>세종대왕께 3~4문장으로 편지를 써요</a:t>
            </a:r>
            <a:endParaRPr lang="en-US" sz="2300" dirty="0"/>
          </a:p>
        </p:txBody>
      </p:sp>
      <p:sp>
        <p:nvSpPr>
          <p:cNvPr id="14" name="step"/>
          <p:cNvSpPr/>
          <p:nvPr/>
        </p:nvSpPr>
        <p:spPr>
          <a:xfrm>
            <a:off x="640080" y="4297680"/>
            <a:ext cx="731520" cy="731520"/>
          </a:xfrm>
          <a:prstGeom prst="ellipse">
            <a:avLst/>
          </a:prstGeom>
          <a:solidFill>
            <a:schemeClr val="accent4"/>
          </a:solidFill>
          <a:ln/>
        </p:spPr>
      </p:sp>
      <p:sp>
        <p:nvSpPr>
          <p:cNvPr id="15" name="Text 13"/>
          <p:cNvSpPr/>
          <p:nvPr/>
        </p:nvSpPr>
        <p:spPr>
          <a:xfrm>
            <a:off x="640080" y="429768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6" name="Text 14"/>
          <p:cNvSpPr/>
          <p:nvPr/>
        </p:nvSpPr>
        <p:spPr>
          <a:xfrm>
            <a:off x="1600200" y="4297680"/>
            <a:ext cx="4937760" cy="731520"/>
          </a:xfrm>
          <a:prstGeom prst="rect">
            <a:avLst/>
          </a:prstGeom>
          <a:noFill/>
          <a:ln/>
        </p:spPr>
        <p:txBody>
          <a:bodyPr wrap="square" lIns="0" tIns="0" rIns="0" bIns="0" rtlCol="0" anchor="ctr"/>
          <a:lstStyle/>
          <a:p>
            <a:pPr indent="0" marL="0">
              <a:buNone/>
            </a:pPr>
            <a:r>
              <a:rPr lang="en-US" sz="2300" b="1" dirty="0">
                <a:solidFill>
                  <a:schemeClr val="tx1"/>
                </a:solidFill>
              </a:rPr>
              <a:t>짝과 바꿔 읽고 한 줄 응원을 남겨요</a:t>
            </a:r>
            <a:endParaRPr lang="en-US" sz="2300" dirty="0"/>
          </a:p>
        </p:txBody>
      </p:sp>
      <p:sp>
        <p:nvSpPr>
          <p:cNvPr id="17" name="pill"/>
          <p:cNvSpPr/>
          <p:nvPr/>
        </p:nvSpPr>
        <p:spPr>
          <a:xfrm>
            <a:off x="640080" y="5486400"/>
            <a:ext cx="1463040" cy="457200"/>
          </a:xfrm>
          <a:prstGeom prst="roundRect">
            <a:avLst>
              <a:gd name="adj" fmla="val 50000"/>
            </a:avLst>
          </a:prstGeom>
          <a:solidFill>
            <a:schemeClr val="accent3"/>
          </a:solidFill>
          <a:ln/>
        </p:spPr>
      </p:sp>
      <p:sp>
        <p:nvSpPr>
          <p:cNvPr id="18" name="Text 16"/>
          <p:cNvSpPr/>
          <p:nvPr/>
        </p:nvSpPr>
        <p:spPr>
          <a:xfrm>
            <a:off x="640080" y="5486400"/>
            <a:ext cx="1463040" cy="457200"/>
          </a:xfrm>
          <a:prstGeom prst="rect">
            <a:avLst/>
          </a:prstGeom>
          <a:noFill/>
          <a:ln/>
        </p:spPr>
        <p:txBody>
          <a:bodyPr wrap="square" lIns="0" tIns="0" rIns="0" bIns="0" rtlCol="0" anchor="ctr"/>
          <a:lstStyle/>
          <a:p>
            <a:pPr algn="ctr" indent="0" marL="0">
              <a:buNone/>
            </a:pPr>
            <a:r>
              <a:rPr lang="en-US" sz="1600" b="1" dirty="0">
                <a:solidFill>
                  <a:schemeClr val="tx1"/>
                </a:solidFill>
              </a:rPr>
              <a:t>활동지 3</a:t>
            </a:r>
            <a:endParaRPr lang="en-US" sz="1600" dirty="0"/>
          </a:p>
        </p:txBody>
      </p:sp>
      <p:sp>
        <p:nvSpPr>
          <p:cNvPr id="19" name="card"/>
          <p:cNvSpPr/>
          <p:nvPr/>
        </p:nvSpPr>
        <p:spPr>
          <a:xfrm>
            <a:off x="6949440" y="1965960"/>
            <a:ext cx="4617720" cy="3931920"/>
          </a:xfrm>
          <a:prstGeom prst="roundRect">
            <a:avLst>
              <a:gd name="adj" fmla="val 5814"/>
            </a:avLst>
          </a:prstGeom>
          <a:solidFill>
            <a:schemeClr val="bg1"/>
          </a:solidFill>
          <a:ln w="15875">
            <a:solidFill>
              <a:srgbClr val="E4DFD2"/>
            </a:solidFill>
            <a:prstDash val="solid"/>
          </a:ln>
        </p:spPr>
      </p:sp>
      <p:sp>
        <p:nvSpPr>
          <p:cNvPr id="20" name="Text 18"/>
          <p:cNvSpPr/>
          <p:nvPr/>
        </p:nvSpPr>
        <p:spPr>
          <a:xfrm>
            <a:off x="7315200" y="2240280"/>
            <a:ext cx="3108960" cy="457200"/>
          </a:xfrm>
          <a:prstGeom prst="rect">
            <a:avLst/>
          </a:prstGeom>
          <a:noFill/>
          <a:ln/>
        </p:spPr>
        <p:txBody>
          <a:bodyPr wrap="square" lIns="0" tIns="0" rIns="0" bIns="0" rtlCol="0" anchor="t"/>
          <a:lstStyle/>
          <a:p>
            <a:pPr indent="0" marL="0">
              <a:buNone/>
            </a:pPr>
            <a:r>
              <a:rPr lang="en-US" sz="2400" b="1" dirty="0">
                <a:solidFill>
                  <a:schemeClr val="tx1"/>
                </a:solidFill>
              </a:rPr>
              <a:t>세종대왕님께</a:t>
            </a:r>
            <a:endParaRPr lang="en-US" sz="2400" dirty="0"/>
          </a:p>
        </p:txBody>
      </p:sp>
      <p:sp>
        <p:nvSpPr>
          <p:cNvPr id="21" name="stamp"/>
          <p:cNvSpPr/>
          <p:nvPr/>
        </p:nvSpPr>
        <p:spPr>
          <a:xfrm>
            <a:off x="10561320" y="2194560"/>
            <a:ext cx="731520" cy="868680"/>
          </a:xfrm>
          <a:prstGeom prst="roundRect">
            <a:avLst>
              <a:gd name="adj" fmla="val 10000"/>
            </a:avLst>
          </a:prstGeom>
          <a:solidFill>
            <a:schemeClr val="accent2"/>
          </a:solidFill>
          <a:ln/>
        </p:spPr>
      </p:sp>
      <p:sp>
        <p:nvSpPr>
          <p:cNvPr id="22" name="Text 20"/>
          <p:cNvSpPr/>
          <p:nvPr/>
        </p:nvSpPr>
        <p:spPr>
          <a:xfrm>
            <a:off x="10561320" y="2194560"/>
            <a:ext cx="731520" cy="868680"/>
          </a:xfrm>
          <a:prstGeom prst="rect">
            <a:avLst/>
          </a:prstGeom>
          <a:noFill/>
          <a:ln/>
        </p:spPr>
        <p:txBody>
          <a:bodyPr wrap="square" lIns="0" tIns="0" rIns="0" bIns="0" rtlCol="0" anchor="ctr"/>
          <a:lstStyle/>
          <a:p>
            <a:pPr algn="ctr" indent="0" marL="0">
              <a:buNone/>
            </a:pPr>
            <a:r>
              <a:rPr lang="en-US" sz="1600" b="1" dirty="0">
                <a:solidFill>
                  <a:schemeClr val="bg1"/>
                </a:solidFill>
              </a:rPr>
              <a:t>한</a:t>
            </a:r>
            <a:endParaRPr lang="en-US" sz="1600" dirty="0"/>
          </a:p>
          <a:p>
            <a:pPr algn="ctr" indent="0" marL="0">
              <a:buNone/>
            </a:pPr>
            <a:r>
              <a:rPr lang="en-US" sz="1600" b="1" dirty="0">
                <a:solidFill>
                  <a:schemeClr val="bg1"/>
                </a:solidFill>
              </a:rPr>
              <a:t>글</a:t>
            </a:r>
            <a:endParaRPr lang="en-US" sz="1600" dirty="0"/>
          </a:p>
        </p:txBody>
      </p:sp>
      <p:sp>
        <p:nvSpPr>
          <p:cNvPr id="23" name="letter-line"/>
          <p:cNvSpPr/>
          <p:nvPr/>
        </p:nvSpPr>
        <p:spPr>
          <a:xfrm>
            <a:off x="7315200" y="3337560"/>
            <a:ext cx="3886200" cy="0"/>
          </a:xfrm>
          <a:prstGeom prst="line">
            <a:avLst/>
          </a:prstGeom>
          <a:noFill/>
          <a:ln w="19050">
            <a:solidFill>
              <a:srgbClr val="D9D2C2"/>
            </a:solidFill>
            <a:prstDash val="solid"/>
          </a:ln>
        </p:spPr>
      </p:sp>
      <p:sp>
        <p:nvSpPr>
          <p:cNvPr id="24" name="letter-line"/>
          <p:cNvSpPr/>
          <p:nvPr/>
        </p:nvSpPr>
        <p:spPr>
          <a:xfrm>
            <a:off x="7315200" y="3886200"/>
            <a:ext cx="3886200" cy="0"/>
          </a:xfrm>
          <a:prstGeom prst="line">
            <a:avLst/>
          </a:prstGeom>
          <a:noFill/>
          <a:ln w="19050">
            <a:solidFill>
              <a:srgbClr val="D9D2C2"/>
            </a:solidFill>
            <a:prstDash val="solid"/>
          </a:ln>
        </p:spPr>
      </p:sp>
      <p:sp>
        <p:nvSpPr>
          <p:cNvPr id="25" name="letter-line"/>
          <p:cNvSpPr/>
          <p:nvPr/>
        </p:nvSpPr>
        <p:spPr>
          <a:xfrm>
            <a:off x="7315200" y="4434840"/>
            <a:ext cx="3886200" cy="0"/>
          </a:xfrm>
          <a:prstGeom prst="line">
            <a:avLst/>
          </a:prstGeom>
          <a:noFill/>
          <a:ln w="19050">
            <a:solidFill>
              <a:srgbClr val="D9D2C2"/>
            </a:solidFill>
            <a:prstDash val="solid"/>
          </a:ln>
        </p:spPr>
      </p:sp>
      <p:sp>
        <p:nvSpPr>
          <p:cNvPr id="26" name="letter-line"/>
          <p:cNvSpPr/>
          <p:nvPr/>
        </p:nvSpPr>
        <p:spPr>
          <a:xfrm>
            <a:off x="7315200" y="4983480"/>
            <a:ext cx="3886200" cy="0"/>
          </a:xfrm>
          <a:prstGeom prst="line">
            <a:avLst/>
          </a:prstGeom>
          <a:noFill/>
          <a:ln w="19050">
            <a:solidFill>
              <a:srgbClr val="D9D2C2"/>
            </a:solidFill>
            <a:prstDash val="solid"/>
          </a:ln>
        </p:spPr>
      </p:sp>
      <p:sp>
        <p:nvSpPr>
          <p:cNvPr id="27" name="Text 25"/>
          <p:cNvSpPr/>
          <p:nvPr/>
        </p:nvSpPr>
        <p:spPr>
          <a:xfrm>
            <a:off x="7315200" y="2926080"/>
            <a:ext cx="3840480" cy="365760"/>
          </a:xfrm>
          <a:prstGeom prst="rect">
            <a:avLst/>
          </a:prstGeom>
          <a:noFill/>
          <a:ln/>
        </p:spPr>
        <p:txBody>
          <a:bodyPr wrap="square" lIns="0" tIns="0" rIns="0" bIns="0" rtlCol="0" anchor="t"/>
          <a:lstStyle/>
          <a:p>
            <a:pPr indent="0" marL="0">
              <a:buNone/>
            </a:pPr>
            <a:r>
              <a:rPr lang="en-US" sz="1700" dirty="0">
                <a:solidFill>
                  <a:schemeClr val="tx2"/>
                </a:solidFill>
              </a:rPr>
              <a:t>저는 한글로 …</a:t>
            </a:r>
            <a:endParaRPr lang="en-US" sz="1700" dirty="0"/>
          </a:p>
        </p:txBody>
      </p:sp>
      <p:sp>
        <p:nvSpPr>
          <p:cNvPr id="28" name="Text 26"/>
          <p:cNvSpPr/>
          <p:nvPr/>
        </p:nvSpPr>
        <p:spPr>
          <a:xfrm>
            <a:off x="9052560" y="5166360"/>
            <a:ext cx="2148840" cy="457200"/>
          </a:xfrm>
          <a:prstGeom prst="rect">
            <a:avLst/>
          </a:prstGeom>
          <a:noFill/>
          <a:ln/>
        </p:spPr>
        <p:txBody>
          <a:bodyPr wrap="square" lIns="0" tIns="0" rIns="0" bIns="0" rtlCol="0" anchor="t"/>
          <a:lstStyle/>
          <a:p>
            <a:pPr algn="r" indent="0" marL="0">
              <a:buNone/>
            </a:pPr>
            <a:r>
              <a:rPr lang="en-US" sz="2000" b="1" dirty="0">
                <a:solidFill>
                  <a:schemeClr val="tx1"/>
                </a:solidFill>
              </a:rPr>
              <a:t>○○○ 드림</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pill"/>
          <p:cNvSpPr/>
          <p:nvPr/>
        </p:nvSpPr>
        <p:spPr>
          <a:xfrm>
            <a:off x="822960" y="1188720"/>
            <a:ext cx="1463040" cy="457200"/>
          </a:xfrm>
          <a:prstGeom prst="roundRect">
            <a:avLst>
              <a:gd name="adj" fmla="val 50000"/>
            </a:avLst>
          </a:prstGeom>
          <a:solidFill>
            <a:schemeClr val="accent3"/>
          </a:solidFill>
          <a:ln/>
        </p:spPr>
      </p:sp>
      <p:sp>
        <p:nvSpPr>
          <p:cNvPr id="3" name="Text 1"/>
          <p:cNvSpPr/>
          <p:nvPr/>
        </p:nvSpPr>
        <p:spPr>
          <a:xfrm>
            <a:off x="822960" y="1188720"/>
            <a:ext cx="1463040" cy="457200"/>
          </a:xfrm>
          <a:prstGeom prst="rect">
            <a:avLst/>
          </a:prstGeom>
          <a:noFill/>
          <a:ln/>
        </p:spPr>
        <p:txBody>
          <a:bodyPr wrap="square" lIns="0" tIns="0" rIns="0" bIns="0" rtlCol="0" anchor="ctr"/>
          <a:lstStyle/>
          <a:p>
            <a:pPr algn="ctr" indent="0" marL="0">
              <a:buNone/>
            </a:pPr>
            <a:r>
              <a:rPr lang="en-US" sz="1600" b="1" dirty="0">
                <a:solidFill>
                  <a:schemeClr val="tx1"/>
                </a:solidFill>
              </a:rPr>
              <a:t>마무리</a:t>
            </a:r>
            <a:endParaRPr lang="en-US" sz="1600" dirty="0"/>
          </a:p>
        </p:txBody>
      </p:sp>
      <p:sp>
        <p:nvSpPr>
          <p:cNvPr id="4" name="Text 1"/>
          <p:cNvSpPr/>
          <p:nvPr>
            <p:ph idx="101" type="title" hasCustomPrompt="1"/>
          </p:nvPr>
        </p:nvSpPr>
        <p:spPr>
          <a:xfrm>
            <a:off x="822960" y="2011680"/>
            <a:ext cx="7498080" cy="2011680"/>
          </a:xfrm>
          <a:prstGeom prst="rect">
            <a:avLst/>
          </a:prstGeom>
          <a:noFill/>
          <a:ln/>
        </p:spPr>
        <p:txBody>
          <a:bodyPr wrap="square" lIns="0" tIns="0" rIns="0" bIns="0" rtlCol="0" anchor="t"/>
          <a:lstStyle/>
          <a:p>
            <a:pPr algn="l" indent="0" marL="0">
              <a:lnSpc>
                <a:spcPct val="105000"/>
              </a:lnSpc>
              <a:buNone/>
            </a:pPr>
            <a:r>
              <a:rPr lang="en-US" sz="5200" b="1" dirty="0">
                <a:solidFill>
                  <a:schemeClr val="bg1"/>
                </a:solidFill>
              </a:rPr>
              <a:t>나는 한글로</a:t>
            </a:r>
            <a:endParaRPr lang="en-US" sz="5200" dirty="0"/>
          </a:p>
          <a:p>
            <a:pPr algn="l" indent="0" marL="0">
              <a:lnSpc>
                <a:spcPct val="105000"/>
              </a:lnSpc>
              <a:buNone/>
            </a:pPr>
            <a:r>
              <a:rPr lang="en-US" sz="5200" b="1" dirty="0">
                <a:solidFill>
                  <a:schemeClr val="bg1"/>
                </a:solidFill>
              </a:rPr>
              <a:t>○○○을 하고 싶다</a:t>
            </a:r>
            <a:endParaRPr lang="en-US" sz="5200" dirty="0"/>
          </a:p>
        </p:txBody>
      </p:sp>
      <p:sp>
        <p:nvSpPr>
          <p:cNvPr id="5" name="Text 3"/>
          <p:cNvSpPr/>
          <p:nvPr/>
        </p:nvSpPr>
        <p:spPr>
          <a:xfrm>
            <a:off x="822960" y="4114800"/>
            <a:ext cx="7315200" cy="548640"/>
          </a:xfrm>
          <a:prstGeom prst="rect">
            <a:avLst/>
          </a:prstGeom>
          <a:noFill/>
          <a:ln/>
        </p:spPr>
        <p:txBody>
          <a:bodyPr wrap="square" lIns="0" tIns="0" rIns="0" bIns="0" rtlCol="0" anchor="t"/>
          <a:lstStyle/>
          <a:p>
            <a:pPr indent="0" marL="0">
              <a:buNone/>
            </a:pPr>
            <a:r>
              <a:rPr lang="en-US" sz="2200" dirty="0">
                <a:solidFill>
                  <a:schemeClr val="bg2"/>
                </a:solidFill>
              </a:rPr>
              <a:t>왜냐하면 ……  수업 전과 달라진 생각 한 가지를 나눠요.</a:t>
            </a:r>
            <a:endParaRPr lang="en-US" sz="2200" dirty="0"/>
          </a:p>
        </p:txBody>
      </p:sp>
      <p:sp>
        <p:nvSpPr>
          <p:cNvPr id="6" name="Text 4"/>
          <p:cNvSpPr/>
          <p:nvPr/>
        </p:nvSpPr>
        <p:spPr>
          <a:xfrm>
            <a:off x="822960" y="4846320"/>
            <a:ext cx="7315200" cy="548640"/>
          </a:xfrm>
          <a:prstGeom prst="rect">
            <a:avLst/>
          </a:prstGeom>
          <a:noFill/>
          <a:ln/>
        </p:spPr>
        <p:txBody>
          <a:bodyPr wrap="square" lIns="0" tIns="0" rIns="0" bIns="0" rtlCol="0" anchor="t"/>
          <a:lstStyle/>
          <a:p>
            <a:pPr indent="0" marL="0">
              <a:buNone/>
            </a:pPr>
            <a:r>
              <a:rPr lang="en-US" sz="2600" b="1" dirty="0">
                <a:solidFill>
                  <a:schemeClr val="accent3"/>
                </a:solidFill>
              </a:rPr>
              <a:t>한글은 누구를 위해 만들어졌을까요?</a:t>
            </a:r>
            <a:endParaRPr lang="en-US" sz="2600" dirty="0"/>
          </a:p>
        </p:txBody>
      </p:sp>
      <p:sp>
        <p:nvSpPr>
          <p:cNvPr id="7" name="deco-sky"/>
          <p:cNvSpPr/>
          <p:nvPr/>
        </p:nvSpPr>
        <p:spPr>
          <a:xfrm>
            <a:off x="8732520" y="822960"/>
            <a:ext cx="1920240" cy="1920240"/>
          </a:xfrm>
          <a:prstGeom prst="ellipse">
            <a:avLst/>
          </a:prstGeom>
          <a:solidFill>
            <a:schemeClr val="accent3"/>
          </a:solidFill>
          <a:ln/>
        </p:spPr>
      </p:sp>
      <p:sp>
        <p:nvSpPr>
          <p:cNvPr id="8" name="deco-earth"/>
          <p:cNvSpPr/>
          <p:nvPr/>
        </p:nvSpPr>
        <p:spPr>
          <a:xfrm>
            <a:off x="8046720" y="3977640"/>
            <a:ext cx="3566160" cy="640080"/>
          </a:xfrm>
          <a:prstGeom prst="roundRect">
            <a:avLst>
              <a:gd name="adj" fmla="val 50000"/>
            </a:avLst>
          </a:prstGeom>
          <a:solidFill>
            <a:schemeClr val="accent2"/>
          </a:solidFill>
          <a:ln/>
        </p:spPr>
      </p:sp>
      <p:sp>
        <p:nvSpPr>
          <p:cNvPr id="9" name="deco-person"/>
          <p:cNvSpPr/>
          <p:nvPr/>
        </p:nvSpPr>
        <p:spPr>
          <a:xfrm>
            <a:off x="10972800" y="1463040"/>
            <a:ext cx="640080" cy="2240280"/>
          </a:xfrm>
          <a:prstGeom prst="roundRect">
            <a:avLst>
              <a:gd name="adj" fmla="val 50000"/>
            </a:avLst>
          </a:prstGeom>
          <a:solidFill>
            <a:schemeClr val="accent1"/>
          </a:solidFill>
          <a:ln/>
        </p:spPr>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mark-dot"/>
          <p:cNvSpPr/>
          <p:nvPr/>
        </p:nvSpPr>
        <p:spPr>
          <a:xfrm>
            <a:off x="640080" y="471830"/>
            <a:ext cx="175565" cy="175565"/>
          </a:xfrm>
          <a:prstGeom prst="ellipse">
            <a:avLst/>
          </a:prstGeom>
          <a:solidFill>
            <a:schemeClr val="accent2"/>
          </a:solidFill>
          <a:ln/>
        </p:spPr>
      </p:sp>
      <p:sp>
        <p:nvSpPr>
          <p:cNvPr id="3" name="mark-bar"/>
          <p:cNvSpPr/>
          <p:nvPr/>
        </p:nvSpPr>
        <p:spPr>
          <a:xfrm>
            <a:off x="874166" y="515722"/>
            <a:ext cx="365760" cy="87782"/>
          </a:xfrm>
          <a:prstGeom prst="roundRect">
            <a:avLst>
              <a:gd name="adj" fmla="val 50000"/>
            </a:avLst>
          </a:prstGeom>
          <a:solidFill>
            <a:schemeClr val="accent3"/>
          </a:solidFill>
          <a:ln/>
        </p:spPr>
      </p:sp>
      <p:sp>
        <p:nvSpPr>
          <p:cNvPr id="4" name="mark-stem"/>
          <p:cNvSpPr/>
          <p:nvPr/>
        </p:nvSpPr>
        <p:spPr>
          <a:xfrm>
            <a:off x="1298448" y="384048"/>
            <a:ext cx="87782" cy="351130"/>
          </a:xfrm>
          <a:prstGeom prst="roundRect">
            <a:avLst>
              <a:gd name="adj" fmla="val 50000"/>
            </a:avLst>
          </a:prstGeom>
          <a:solidFill>
            <a:schemeClr val="accent1"/>
          </a:solidFill>
          <a:ln/>
        </p:spPr>
      </p:sp>
      <p:sp>
        <p:nvSpPr>
          <p:cNvPr id="5" name="eyebrow-pill"/>
          <p:cNvSpPr/>
          <p:nvPr/>
        </p:nvSpPr>
        <p:spPr>
          <a:xfrm>
            <a:off x="1508760" y="384048"/>
            <a:ext cx="1143000" cy="384048"/>
          </a:xfrm>
          <a:prstGeom prst="roundRect">
            <a:avLst>
              <a:gd name="adj" fmla="val 50000"/>
            </a:avLst>
          </a:prstGeom>
          <a:solidFill>
            <a:schemeClr val="accent3"/>
          </a:solidFill>
          <a:ln/>
        </p:spPr>
      </p:sp>
      <p:sp>
        <p:nvSpPr>
          <p:cNvPr id="6" name="Text 4"/>
          <p:cNvSpPr/>
          <p:nvPr/>
        </p:nvSpPr>
        <p:spPr>
          <a:xfrm>
            <a:off x="1508760" y="384048"/>
            <a:ext cx="1143000" cy="384048"/>
          </a:xfrm>
          <a:prstGeom prst="rect">
            <a:avLst/>
          </a:prstGeom>
          <a:noFill/>
          <a:ln/>
        </p:spPr>
        <p:txBody>
          <a:bodyPr wrap="square" lIns="0" tIns="0" rIns="0" bIns="0" rtlCol="0" anchor="ctr"/>
          <a:lstStyle/>
          <a:p>
            <a:pPr algn="ctr" indent="0" marL="0">
              <a:buNone/>
            </a:pPr>
            <a:r>
              <a:rPr lang="en-US" sz="1400" b="1" dirty="0">
                <a:solidFill>
                  <a:schemeClr val="tx1"/>
                </a:solidFill>
              </a:rPr>
              <a:t>자료 출처</a:t>
            </a:r>
            <a:endParaRPr lang="en-US" sz="1400" dirty="0"/>
          </a:p>
        </p:txBody>
      </p:sp>
      <p:sp>
        <p:nvSpPr>
          <p:cNvPr id="7" name="Text 1"/>
          <p:cNvSpPr/>
          <p:nvPr>
            <p:ph idx="101" type="title" hasCustomPrompt="1"/>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chemeClr val="tx1"/>
                </a:solidFill>
              </a:rPr>
              <a:t>기록으로 다시 확인하기</a:t>
            </a:r>
            <a:endParaRPr lang="en-US" sz="3800" dirty="0"/>
          </a:p>
        </p:txBody>
      </p:sp>
      <p:sp>
        <p:nvSpPr>
          <p:cNvPr id="8" name="jamo"/>
          <p:cNvSpPr/>
          <p:nvPr/>
        </p:nvSpPr>
        <p:spPr>
          <a:xfrm>
            <a:off x="640080" y="1920240"/>
            <a:ext cx="566928" cy="566928"/>
          </a:xfrm>
          <a:prstGeom prst="roundRect">
            <a:avLst>
              <a:gd name="adj" fmla="val 32258"/>
            </a:avLst>
          </a:prstGeom>
          <a:solidFill>
            <a:schemeClr val="tx1"/>
          </a:solidFill>
          <a:ln/>
        </p:spPr>
      </p:sp>
      <p:sp>
        <p:nvSpPr>
          <p:cNvPr id="9" name="Text 7"/>
          <p:cNvSpPr/>
          <p:nvPr/>
        </p:nvSpPr>
        <p:spPr>
          <a:xfrm>
            <a:off x="640080" y="1920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10" name="Text 8"/>
          <p:cNvSpPr/>
          <p:nvPr/>
        </p:nvSpPr>
        <p:spPr>
          <a:xfrm>
            <a:off x="1463040" y="1920240"/>
            <a:ext cx="6309360" cy="566928"/>
          </a:xfrm>
          <a:prstGeom prst="rect">
            <a:avLst/>
          </a:prstGeom>
          <a:noFill/>
          <a:ln/>
        </p:spPr>
        <p:txBody>
          <a:bodyPr wrap="square" lIns="0" tIns="0" rIns="0" bIns="0" rtlCol="0" anchor="ctr"/>
          <a:lstStyle/>
          <a:p>
            <a:pPr indent="0" marL="0">
              <a:buNone/>
            </a:pPr>
            <a:r>
              <a:rPr lang="en-US" sz="2000" dirty="0">
                <a:solidFill>
                  <a:schemeClr val="tx1"/>
                </a:solidFill>
              </a:rPr>
              <a:t>『세종실록』 102권 · 1443년 창제 기록</a:t>
            </a:r>
            <a:endParaRPr lang="en-US" sz="2000" dirty="0"/>
          </a:p>
        </p:txBody>
      </p:sp>
      <p:sp>
        <p:nvSpPr>
          <p:cNvPr id="11" name="Text 9"/>
          <p:cNvSpPr/>
          <p:nvPr/>
        </p:nvSpPr>
        <p:spPr>
          <a:xfrm>
            <a:off x="7863840" y="1920240"/>
            <a:ext cx="3657600" cy="566928"/>
          </a:xfrm>
          <a:prstGeom prst="rect">
            <a:avLst/>
          </a:prstGeom>
          <a:noFill/>
          <a:ln/>
        </p:spPr>
        <p:txBody>
          <a:bodyPr wrap="square" lIns="0" tIns="0" rIns="0" bIns="0" rtlCol="0" anchor="ctr"/>
          <a:lstStyle/>
          <a:p>
            <a:pPr indent="0" marL="0">
              <a:buNone/>
            </a:pPr>
            <a:r>
              <a:rPr lang="en-US" sz="1600" dirty="0">
                <a:solidFill>
                  <a:schemeClr val="tx2"/>
                </a:solidFill>
              </a:rPr>
              <a:t>국사편찬위원회</a:t>
            </a:r>
            <a:endParaRPr lang="en-US" sz="1600" dirty="0"/>
          </a:p>
        </p:txBody>
      </p:sp>
      <p:sp>
        <p:nvSpPr>
          <p:cNvPr id="12" name="jamo"/>
          <p:cNvSpPr/>
          <p:nvPr/>
        </p:nvSpPr>
        <p:spPr>
          <a:xfrm>
            <a:off x="640080" y="2651760"/>
            <a:ext cx="566928" cy="566928"/>
          </a:xfrm>
          <a:prstGeom prst="roundRect">
            <a:avLst>
              <a:gd name="adj" fmla="val 32258"/>
            </a:avLst>
          </a:prstGeom>
          <a:solidFill>
            <a:schemeClr val="tx1"/>
          </a:solidFill>
          <a:ln/>
        </p:spPr>
      </p:sp>
      <p:sp>
        <p:nvSpPr>
          <p:cNvPr id="13" name="Text 11"/>
          <p:cNvSpPr/>
          <p:nvPr/>
        </p:nvSpPr>
        <p:spPr>
          <a:xfrm>
            <a:off x="640080" y="26517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4" name="Text 12"/>
          <p:cNvSpPr/>
          <p:nvPr/>
        </p:nvSpPr>
        <p:spPr>
          <a:xfrm>
            <a:off x="1463040" y="2651760"/>
            <a:ext cx="6309360" cy="566928"/>
          </a:xfrm>
          <a:prstGeom prst="rect">
            <a:avLst/>
          </a:prstGeom>
          <a:noFill/>
          <a:ln/>
        </p:spPr>
        <p:txBody>
          <a:bodyPr wrap="square" lIns="0" tIns="0" rIns="0" bIns="0" rtlCol="0" anchor="ctr"/>
          <a:lstStyle/>
          <a:p>
            <a:pPr indent="0" marL="0">
              <a:buNone/>
            </a:pPr>
            <a:r>
              <a:rPr lang="en-US" sz="2000" dirty="0">
                <a:solidFill>
                  <a:schemeClr val="tx1"/>
                </a:solidFill>
              </a:rPr>
              <a:t>『세종실록』 103권 · 1444년 반대 상소</a:t>
            </a:r>
            <a:endParaRPr lang="en-US" sz="2000" dirty="0"/>
          </a:p>
        </p:txBody>
      </p:sp>
      <p:sp>
        <p:nvSpPr>
          <p:cNvPr id="15" name="Text 13"/>
          <p:cNvSpPr/>
          <p:nvPr/>
        </p:nvSpPr>
        <p:spPr>
          <a:xfrm>
            <a:off x="7863840" y="2651760"/>
            <a:ext cx="3657600" cy="566928"/>
          </a:xfrm>
          <a:prstGeom prst="rect">
            <a:avLst/>
          </a:prstGeom>
          <a:noFill/>
          <a:ln/>
        </p:spPr>
        <p:txBody>
          <a:bodyPr wrap="square" lIns="0" tIns="0" rIns="0" bIns="0" rtlCol="0" anchor="ctr"/>
          <a:lstStyle/>
          <a:p>
            <a:pPr indent="0" marL="0">
              <a:buNone/>
            </a:pPr>
            <a:r>
              <a:rPr lang="en-US" sz="1600" dirty="0">
                <a:solidFill>
                  <a:schemeClr val="tx2"/>
                </a:solidFill>
              </a:rPr>
              <a:t>국사편찬위원회</a:t>
            </a:r>
            <a:endParaRPr lang="en-US" sz="1600" dirty="0"/>
          </a:p>
        </p:txBody>
      </p:sp>
      <p:sp>
        <p:nvSpPr>
          <p:cNvPr id="16" name="jamo"/>
          <p:cNvSpPr/>
          <p:nvPr/>
        </p:nvSpPr>
        <p:spPr>
          <a:xfrm>
            <a:off x="640080" y="3383280"/>
            <a:ext cx="566928" cy="566928"/>
          </a:xfrm>
          <a:prstGeom prst="roundRect">
            <a:avLst>
              <a:gd name="adj" fmla="val 32258"/>
            </a:avLst>
          </a:prstGeom>
          <a:solidFill>
            <a:schemeClr val="tx1"/>
          </a:solidFill>
          <a:ln/>
        </p:spPr>
      </p:sp>
      <p:sp>
        <p:nvSpPr>
          <p:cNvPr id="17" name="Text 15"/>
          <p:cNvSpPr/>
          <p:nvPr/>
        </p:nvSpPr>
        <p:spPr>
          <a:xfrm>
            <a:off x="640080" y="33832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8" name="Text 16"/>
          <p:cNvSpPr/>
          <p:nvPr/>
        </p:nvSpPr>
        <p:spPr>
          <a:xfrm>
            <a:off x="1463040" y="3383280"/>
            <a:ext cx="6309360" cy="566928"/>
          </a:xfrm>
          <a:prstGeom prst="rect">
            <a:avLst/>
          </a:prstGeom>
          <a:noFill/>
          <a:ln/>
        </p:spPr>
        <p:txBody>
          <a:bodyPr wrap="square" lIns="0" tIns="0" rIns="0" bIns="0" rtlCol="0" anchor="ctr"/>
          <a:lstStyle/>
          <a:p>
            <a:pPr indent="0" marL="0">
              <a:buNone/>
            </a:pPr>
            <a:r>
              <a:rPr lang="en-US" sz="2000" dirty="0">
                <a:solidFill>
                  <a:schemeClr val="tx1"/>
                </a:solidFill>
              </a:rPr>
              <a:t>『세종실록』 113권 · 1446년 어제·서문</a:t>
            </a:r>
            <a:endParaRPr lang="en-US" sz="2000" dirty="0"/>
          </a:p>
        </p:txBody>
      </p:sp>
      <p:sp>
        <p:nvSpPr>
          <p:cNvPr id="19" name="Text 17"/>
          <p:cNvSpPr/>
          <p:nvPr/>
        </p:nvSpPr>
        <p:spPr>
          <a:xfrm>
            <a:off x="7863840" y="3383280"/>
            <a:ext cx="3657600" cy="566928"/>
          </a:xfrm>
          <a:prstGeom prst="rect">
            <a:avLst/>
          </a:prstGeom>
          <a:noFill/>
          <a:ln/>
        </p:spPr>
        <p:txBody>
          <a:bodyPr wrap="square" lIns="0" tIns="0" rIns="0" bIns="0" rtlCol="0" anchor="ctr"/>
          <a:lstStyle/>
          <a:p>
            <a:pPr indent="0" marL="0">
              <a:buNone/>
            </a:pPr>
            <a:r>
              <a:rPr lang="en-US" sz="1600" dirty="0">
                <a:solidFill>
                  <a:schemeClr val="tx2"/>
                </a:solidFill>
              </a:rPr>
              <a:t>국사편찬위원회</a:t>
            </a:r>
            <a:endParaRPr lang="en-US" sz="1600" dirty="0"/>
          </a:p>
        </p:txBody>
      </p:sp>
      <p:sp>
        <p:nvSpPr>
          <p:cNvPr id="20" name="jamo"/>
          <p:cNvSpPr/>
          <p:nvPr/>
        </p:nvSpPr>
        <p:spPr>
          <a:xfrm>
            <a:off x="640080" y="4114800"/>
            <a:ext cx="566928" cy="566928"/>
          </a:xfrm>
          <a:prstGeom prst="roundRect">
            <a:avLst>
              <a:gd name="adj" fmla="val 32258"/>
            </a:avLst>
          </a:prstGeom>
          <a:solidFill>
            <a:schemeClr val="tx1"/>
          </a:solidFill>
          <a:ln/>
        </p:spPr>
      </p:sp>
      <p:sp>
        <p:nvSpPr>
          <p:cNvPr id="21" name="Text 19"/>
          <p:cNvSpPr/>
          <p:nvPr/>
        </p:nvSpPr>
        <p:spPr>
          <a:xfrm>
            <a:off x="640080" y="411480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22" name="Text 20"/>
          <p:cNvSpPr/>
          <p:nvPr/>
        </p:nvSpPr>
        <p:spPr>
          <a:xfrm>
            <a:off x="1463040" y="4114800"/>
            <a:ext cx="6309360" cy="566928"/>
          </a:xfrm>
          <a:prstGeom prst="rect">
            <a:avLst/>
          </a:prstGeom>
          <a:noFill/>
          <a:ln/>
        </p:spPr>
        <p:txBody>
          <a:bodyPr wrap="square" lIns="0" tIns="0" rIns="0" bIns="0" rtlCol="0" anchor="ctr"/>
          <a:lstStyle/>
          <a:p>
            <a:pPr indent="0" marL="0">
              <a:buNone/>
            </a:pPr>
            <a:r>
              <a:rPr lang="en-US" sz="2000" dirty="0">
                <a:solidFill>
                  <a:schemeClr val="tx1"/>
                </a:solidFill>
              </a:rPr>
              <a:t>『훈민정음』 해례본 해설</a:t>
            </a:r>
            <a:endParaRPr lang="en-US" sz="2000" dirty="0"/>
          </a:p>
        </p:txBody>
      </p:sp>
      <p:sp>
        <p:nvSpPr>
          <p:cNvPr id="23" name="Text 21"/>
          <p:cNvSpPr/>
          <p:nvPr/>
        </p:nvSpPr>
        <p:spPr>
          <a:xfrm>
            <a:off x="7863840" y="4114800"/>
            <a:ext cx="3657600" cy="566928"/>
          </a:xfrm>
          <a:prstGeom prst="rect">
            <a:avLst/>
          </a:prstGeom>
          <a:noFill/>
          <a:ln/>
        </p:spPr>
        <p:txBody>
          <a:bodyPr wrap="square" lIns="0" tIns="0" rIns="0" bIns="0" rtlCol="0" anchor="ctr"/>
          <a:lstStyle/>
          <a:p>
            <a:pPr indent="0" marL="0">
              <a:buNone/>
            </a:pPr>
            <a:r>
              <a:rPr lang="en-US" sz="1600" dirty="0">
                <a:solidFill>
                  <a:schemeClr val="tx2"/>
                </a:solidFill>
              </a:rPr>
              <a:t>국가유산청 국가유산포털</a:t>
            </a:r>
            <a:endParaRPr lang="en-US" sz="1600" dirty="0"/>
          </a:p>
        </p:txBody>
      </p:sp>
      <p:sp>
        <p:nvSpPr>
          <p:cNvPr id="24" name="jamo"/>
          <p:cNvSpPr/>
          <p:nvPr/>
        </p:nvSpPr>
        <p:spPr>
          <a:xfrm>
            <a:off x="640080" y="4846320"/>
            <a:ext cx="566928" cy="566928"/>
          </a:xfrm>
          <a:prstGeom prst="roundRect">
            <a:avLst>
              <a:gd name="adj" fmla="val 32258"/>
            </a:avLst>
          </a:prstGeom>
          <a:solidFill>
            <a:schemeClr val="tx1"/>
          </a:solidFill>
          <a:ln/>
        </p:spPr>
      </p:sp>
      <p:sp>
        <p:nvSpPr>
          <p:cNvPr id="25" name="Text 23"/>
          <p:cNvSpPr/>
          <p:nvPr/>
        </p:nvSpPr>
        <p:spPr>
          <a:xfrm>
            <a:off x="640080" y="48463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E</a:t>
            </a:r>
            <a:endParaRPr lang="en-US" sz="2000" dirty="0"/>
          </a:p>
        </p:txBody>
      </p:sp>
      <p:sp>
        <p:nvSpPr>
          <p:cNvPr id="26" name="Text 24"/>
          <p:cNvSpPr/>
          <p:nvPr/>
        </p:nvSpPr>
        <p:spPr>
          <a:xfrm>
            <a:off x="1463040" y="4846320"/>
            <a:ext cx="6309360" cy="566928"/>
          </a:xfrm>
          <a:prstGeom prst="rect">
            <a:avLst/>
          </a:prstGeom>
          <a:noFill/>
          <a:ln/>
        </p:spPr>
        <p:txBody>
          <a:bodyPr wrap="square" lIns="0" tIns="0" rIns="0" bIns="0" rtlCol="0" anchor="ctr"/>
          <a:lstStyle/>
          <a:p>
            <a:pPr indent="0" marL="0">
              <a:buNone/>
            </a:pPr>
            <a:r>
              <a:rPr lang="en-US" sz="2000" dirty="0">
                <a:solidFill>
                  <a:schemeClr val="tx1"/>
                </a:solidFill>
              </a:rPr>
              <a:t>상설 전시 「훈민정음, 천년의 문자 계획」</a:t>
            </a:r>
            <a:endParaRPr lang="en-US" sz="2000" dirty="0"/>
          </a:p>
        </p:txBody>
      </p:sp>
      <p:sp>
        <p:nvSpPr>
          <p:cNvPr id="27" name="Text 25"/>
          <p:cNvSpPr/>
          <p:nvPr/>
        </p:nvSpPr>
        <p:spPr>
          <a:xfrm>
            <a:off x="7863840" y="4846320"/>
            <a:ext cx="3657600" cy="566928"/>
          </a:xfrm>
          <a:prstGeom prst="rect">
            <a:avLst/>
          </a:prstGeom>
          <a:noFill/>
          <a:ln/>
        </p:spPr>
        <p:txBody>
          <a:bodyPr wrap="square" lIns="0" tIns="0" rIns="0" bIns="0" rtlCol="0" anchor="ctr"/>
          <a:lstStyle/>
          <a:p>
            <a:pPr indent="0" marL="0">
              <a:buNone/>
            </a:pPr>
            <a:r>
              <a:rPr lang="en-US" sz="1600" dirty="0">
                <a:solidFill>
                  <a:schemeClr val="tx2"/>
                </a:solidFill>
              </a:rPr>
              <a:t>국립한글박물관</a:t>
            </a:r>
            <a:endParaRPr lang="en-US" sz="1600" dirty="0"/>
          </a:p>
        </p:txBody>
      </p:sp>
      <p:sp>
        <p:nvSpPr>
          <p:cNvPr id="28" name="Text 26"/>
          <p:cNvSpPr/>
          <p:nvPr/>
        </p:nvSpPr>
        <p:spPr>
          <a:xfrm>
            <a:off x="640080" y="5623560"/>
            <a:ext cx="10881360" cy="548640"/>
          </a:xfrm>
          <a:prstGeom prst="rect">
            <a:avLst/>
          </a:prstGeom>
          <a:noFill/>
          <a:ln/>
        </p:spPr>
        <p:txBody>
          <a:bodyPr wrap="square" lIns="0" tIns="0" rIns="0" bIns="0" rtlCol="0" anchor="t"/>
          <a:lstStyle/>
          <a:p>
            <a:pPr indent="0" marL="0">
              <a:buNone/>
            </a:pPr>
            <a:r>
              <a:rPr lang="en-US" sz="1300" dirty="0">
                <a:solidFill>
                  <a:schemeClr val="tx2"/>
                </a:solidFill>
              </a:rPr>
              <a:t>쉬운 풀이는 수업용 재서술이에요. 원문과 해설은 수업 사이트 ‘기록으로 확인’에서 열 수 있어요. 실록 날짜는 음력입니다.  영상 제작 교육뮤지컬 꿈꾸는 치수쌤 · 작곡 김아름</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Hangeul Cheonjiin">
  <a:themeElements>
    <a:clrScheme name="Hangeul Cheonjiin">
      <a:dk1>
        <a:srgbClr val="1F2A44"/>
      </a:dk1>
      <a:lt1>
        <a:srgbClr val="FFFFFF"/>
      </a:lt1>
      <a:dk2>
        <a:srgbClr val="4A5672"/>
      </a:dk2>
      <a:lt2>
        <a:srgbClr val="F7F4EC"/>
      </a:lt2>
      <a:accent1>
        <a:srgbClr val="2F6FDE"/>
      </a:accent1>
      <a:accent2>
        <a:srgbClr val="E04E39"/>
      </a:accent2>
      <a:accent3>
        <a:srgbClr val="F6B93B"/>
      </a:accent3>
      <a:accent4>
        <a:srgbClr val="2E9E6B"/>
      </a:accent4>
      <a:accent5>
        <a:srgbClr val="FFF4D6"/>
      </a:accent5>
      <a:accent6>
        <a:srgbClr val="EAF1FD"/>
      </a:accent6>
      <a:hlink>
        <a:srgbClr val="2F6FDE"/>
      </a:hlink>
      <a:folHlink>
        <a:srgbClr val="4A5672"/>
      </a:folHlink>
    </a:clrScheme>
    <a:fontScheme name="Hangeul Cheonjiin">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세 개의 눈으로 만나는 한글</dc:title>
  <dc:subject>PptxGenJS Presentation</dc:subject>
  <dc:creator>교육뮤지컬 꿈꾸는 치수쌤</dc:creator>
  <cp:lastModifiedBy>교육뮤지컬 꿈꾸는 치수쌤</cp:lastModifiedBy>
  <cp:revision>1</cp:revision>
  <dcterms:created xsi:type="dcterms:W3CDTF">2026-10-07T06:56:13Z</dcterms:created>
  <dcterms:modified xsi:type="dcterms:W3CDTF">2026-10-07T06:56:13Z</dcterms:modified>
</cp:coreProperties>
</file>